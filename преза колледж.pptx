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media/image1.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media/image2.jpeg" ContentType="image/jpeg"/>
  <Override PartName="/ppt/theme/theme2.xml" ContentType="application/vnd.openxmlformats-officedocument.theme+xml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b="0" baseline="0" cap="none" i="0" spc="0" strike="noStrike" sz="3800" u="none" kumimoji="0" normalizeH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1pPr>
    <a:lvl2pPr marL="0" marR="0" indent="4572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b="0" baseline="0" cap="none" i="0" spc="0" strike="noStrike" sz="3800" u="none" kumimoji="0" normalizeH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2pPr>
    <a:lvl3pPr marL="0" marR="0" indent="9144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b="0" baseline="0" cap="none" i="0" spc="0" strike="noStrike" sz="3800" u="none" kumimoji="0" normalizeH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3pPr>
    <a:lvl4pPr marL="0" marR="0" indent="13716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b="0" baseline="0" cap="none" i="0" spc="0" strike="noStrike" sz="3800" u="none" kumimoji="0" normalizeH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4pPr>
    <a:lvl5pPr marL="0" marR="0" indent="18288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b="0" baseline="0" cap="none" i="0" spc="0" strike="noStrike" sz="3800" u="none" kumimoji="0" normalizeH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5pPr>
    <a:lvl6pPr marL="0" marR="0" indent="22860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b="0" baseline="0" cap="none" i="0" spc="0" strike="noStrike" sz="3800" u="none" kumimoji="0" normalizeH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6pPr>
    <a:lvl7pPr marL="0" marR="0" indent="27432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b="0" baseline="0" cap="none" i="0" spc="0" strike="noStrike" sz="3800" u="none" kumimoji="0" normalizeH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7pPr>
    <a:lvl8pPr marL="0" marR="0" indent="32004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b="0" baseline="0" cap="none" i="0" spc="0" strike="noStrike" sz="3800" u="none" kumimoji="0" normalizeH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8pPr>
    <a:lvl9pPr marL="0" marR="0" indent="36576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b="0" baseline="0" cap="none" i="0" spc="0" strike="noStrike" sz="3800" u="none" kumimoji="0" normalizeH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chemeClr val="accent4"/>
          </a:solidFill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EFA07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838383"/>
              </a:solidFill>
              <a:prstDash val="solid"/>
              <a:miter lim="400000"/>
            </a:ln>
          </a:left>
          <a:right>
            <a:ln w="3175" cap="flat">
              <a:solidFill>
                <a:srgbClr val="838383"/>
              </a:solidFill>
              <a:prstDash val="solid"/>
              <a:miter lim="400000"/>
            </a:ln>
          </a:right>
          <a:top>
            <a:ln w="3175" cap="flat">
              <a:solidFill>
                <a:srgbClr val="838383"/>
              </a:solidFill>
              <a:prstDash val="solid"/>
              <a:miter lim="400000"/>
            </a:ln>
          </a:top>
          <a:bottom>
            <a:ln w="3175" cap="flat">
              <a:solidFill>
                <a:srgbClr val="838383"/>
              </a:solidFill>
              <a:prstDash val="solid"/>
              <a:miter lim="400000"/>
            </a:ln>
          </a:bottom>
          <a:insideH>
            <a:ln w="3175" cap="flat">
              <a:solidFill>
                <a:srgbClr val="838383"/>
              </a:solidFill>
              <a:prstDash val="solid"/>
              <a:miter lim="400000"/>
            </a:ln>
          </a:insideH>
          <a:insideV>
            <a:ln w="3175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3175" cap="flat">
              <a:solidFill>
                <a:srgbClr val="808080"/>
              </a:solidFill>
              <a:prstDash val="solid"/>
              <a:miter lim="400000"/>
            </a:ln>
          </a:top>
          <a:bottom>
            <a:ln w="3175" cap="flat">
              <a:solidFill>
                <a:srgbClr val="808080"/>
              </a:solidFill>
              <a:prstDash val="solid"/>
              <a:miter lim="400000"/>
            </a:ln>
          </a:bottom>
          <a:insideH>
            <a:ln w="3175" cap="flat">
              <a:solidFill>
                <a:srgbClr val="808080"/>
              </a:solidFill>
              <a:prstDash val="solid"/>
              <a:miter lim="400000"/>
            </a:ln>
          </a:insideH>
          <a:insideV>
            <a:ln w="3175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4D4D4D"/>
              </a:solidFill>
              <a:prstDash val="solid"/>
              <a:miter lim="400000"/>
            </a:ln>
          </a:right>
          <a:top>
            <a:ln w="3175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4D4D4D"/>
              </a:solidFill>
              <a:prstDash val="solid"/>
              <a:miter lim="400000"/>
            </a:ln>
          </a:insideH>
          <a:insideV>
            <a:ln w="3175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chemeClr val="accent4">
              <a:hueOff val="3712597"/>
              <a:satOff val="-23099"/>
              <a:lumOff val="5802"/>
            </a:schemeClr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9BCEF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5E5E5E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5E5E5E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2871FF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D1F6"/>
          </a:solidFill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E7FE9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D5D5D5"/>
          </a:solidFill>
        </a:fill>
      </a:tcStyle>
    </a:wholeTbl>
    <a:band2H>
      <a:tcTxStyle b="def" i="def"/>
      <a:tcStyle>
        <a:tcBdr/>
        <a:fill>
          <a:solidFill>
            <a:srgbClr val="EAEAEA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FFFFFF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929292"/>
          </a:solidFill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D5D5D5"/>
          </a:solidFill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FFFFFF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92929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18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3" name="Shape 18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оловок презентации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Заголовок презентации</a:t>
            </a:r>
          </a:p>
        </p:txBody>
      </p:sp>
      <p:sp>
        <p:nvSpPr>
          <p:cNvPr id="12" name="Уровень текста 1…"/>
          <p:cNvSpPr txBox="1"/>
          <p:nvPr>
            <p:ph type="body" sz="quarter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Подзаголовок презентации 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 и фото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Улыбающийся человек в солнцезащитных очках и жёлтой кофте стоит перед ярко-голубой стеной"/>
          <p:cNvSpPr/>
          <p:nvPr>
            <p:ph type="pic" idx="21"/>
          </p:nvPr>
        </p:nvSpPr>
        <p:spPr>
          <a:xfrm>
            <a:off x="2533649" y="-2895601"/>
            <a:ext cx="25650827" cy="1506748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Заголовок презентации"/>
          <p:cNvSpPr txBox="1"/>
          <p:nvPr>
            <p:ph type="title" hasCustomPrompt="1"/>
          </p:nvPr>
        </p:nvSpPr>
        <p:spPr>
          <a:xfrm>
            <a:off x="4019549" y="5003006"/>
            <a:ext cx="16402052" cy="3524251"/>
          </a:xfrm>
          <a:prstGeom prst="rect">
            <a:avLst/>
          </a:prstGeom>
        </p:spPr>
        <p:txBody>
          <a:bodyPr/>
          <a:lstStyle/>
          <a:p>
            <a:pPr/>
            <a:r>
              <a:t>Заголовок презентации</a:t>
            </a:r>
          </a:p>
        </p:txBody>
      </p:sp>
      <p:sp>
        <p:nvSpPr>
          <p:cNvPr id="22" name="Уровень текста 1…"/>
          <p:cNvSpPr txBox="1"/>
          <p:nvPr>
            <p:ph type="body" sz="quarter" idx="1" hasCustomPrompt="1"/>
          </p:nvPr>
        </p:nvSpPr>
        <p:spPr>
          <a:xfrm>
            <a:off x="4019549" y="8666082"/>
            <a:ext cx="16402052" cy="1067036"/>
          </a:xfrm>
          <a:prstGeom prst="rect">
            <a:avLst/>
          </a:prstGeom>
        </p:spPr>
        <p:txBody>
          <a:bodyPr/>
          <a:lstStyle/>
          <a:p>
            <a:pPr/>
            <a:r>
              <a:t>Подзаголовок презентации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3" name="Номер слайда"/>
          <p:cNvSpPr txBox="1"/>
          <p:nvPr>
            <p:ph type="sldNum" sz="quarter" idx="2"/>
          </p:nvPr>
        </p:nvSpPr>
        <p:spPr>
          <a:xfrm>
            <a:off x="20690014" y="11396345"/>
            <a:ext cx="324613" cy="3556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 и фото (вариант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Вид сбоку на человека в жёлтой куртке с капюшоном на фоне жёлтых ставней"/>
          <p:cNvSpPr/>
          <p:nvPr>
            <p:ph type="pic" idx="21"/>
          </p:nvPr>
        </p:nvSpPr>
        <p:spPr>
          <a:xfrm>
            <a:off x="9739547" y="1714499"/>
            <a:ext cx="15430500" cy="10287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1" name="Заголовок слайда"/>
          <p:cNvSpPr txBox="1"/>
          <p:nvPr>
            <p:ph type="title" hasCustomPrompt="1"/>
          </p:nvPr>
        </p:nvSpPr>
        <p:spPr>
          <a:xfrm>
            <a:off x="4019549" y="4521762"/>
            <a:ext cx="8582027" cy="4000501"/>
          </a:xfrm>
          <a:prstGeom prst="rect">
            <a:avLst/>
          </a:prstGeom>
        </p:spPr>
        <p:txBody>
          <a:bodyPr/>
          <a:lstStyle/>
          <a:p>
            <a:pPr/>
            <a:r>
              <a:t>Заголовок слайда</a:t>
            </a:r>
          </a:p>
        </p:txBody>
      </p:sp>
      <p:sp>
        <p:nvSpPr>
          <p:cNvPr id="32" name="Уровень текста 1…"/>
          <p:cNvSpPr txBox="1"/>
          <p:nvPr>
            <p:ph type="body" sz="quarter" idx="1" hasCustomPrompt="1"/>
          </p:nvPr>
        </p:nvSpPr>
        <p:spPr>
          <a:xfrm>
            <a:off x="4019549" y="8667750"/>
            <a:ext cx="8582027" cy="2381251"/>
          </a:xfrm>
          <a:prstGeom prst="rect">
            <a:avLst/>
          </a:prstGeom>
        </p:spPr>
        <p:txBody>
          <a:bodyPr/>
          <a:lstStyle/>
          <a:p>
            <a:pPr/>
            <a:r>
              <a:t>Подзаголовок слайда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3" name="Номер слайда"/>
          <p:cNvSpPr txBox="1"/>
          <p:nvPr>
            <p:ph type="sldNum" sz="quarter" idx="2"/>
          </p:nvPr>
        </p:nvSpPr>
        <p:spPr>
          <a:xfrm>
            <a:off x="20690014" y="11396345"/>
            <a:ext cx="324613" cy="3556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 и пункты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Автор и дата"/>
          <p:cNvSpPr txBox="1"/>
          <p:nvPr>
            <p:ph type="body" sz="quarter" idx="21" hasCustomPrompt="1"/>
          </p:nvPr>
        </p:nvSpPr>
        <p:spPr>
          <a:xfrm>
            <a:off x="4019549" y="11431413"/>
            <a:ext cx="16402053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pc="-43" sz="144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pPr/>
            <a:r>
              <a:t>Автор и дата</a:t>
            </a:r>
          </a:p>
        </p:txBody>
      </p:sp>
      <p:sp>
        <p:nvSpPr>
          <p:cNvPr id="41" name="Подзаголовок слайда"/>
          <p:cNvSpPr txBox="1"/>
          <p:nvPr>
            <p:ph type="body" sz="quarter" idx="22" hasCustomPrompt="1"/>
          </p:nvPr>
        </p:nvSpPr>
        <p:spPr>
          <a:xfrm>
            <a:off x="4019549" y="4372091"/>
            <a:ext cx="16402053" cy="520542"/>
          </a:xfrm>
          <a:prstGeom prst="rect">
            <a:avLst/>
          </a:prstGeom>
        </p:spPr>
        <p:txBody>
          <a:bodyPr/>
          <a:lstStyle>
            <a:lvl1pPr defTabSz="473202">
              <a:defRPr spc="-77" sz="2592"/>
            </a:lvl1pPr>
          </a:lstStyle>
          <a:p>
            <a:pPr/>
            <a:r>
              <a:t>Подзаголовок слайда</a:t>
            </a:r>
          </a:p>
        </p:txBody>
      </p:sp>
      <p:sp>
        <p:nvSpPr>
          <p:cNvPr id="42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pc="-36" sz="1800"/>
            </a:pPr>
          </a:p>
        </p:txBody>
      </p:sp>
      <p:sp>
        <p:nvSpPr>
          <p:cNvPr id="43" name="Заголовок слайда"/>
          <p:cNvSpPr txBox="1"/>
          <p:nvPr>
            <p:ph type="title" hasCustomPrompt="1"/>
          </p:nvPr>
        </p:nvSpPr>
        <p:spPr>
          <a:xfrm>
            <a:off x="4019549" y="2930022"/>
            <a:ext cx="16402053" cy="1333790"/>
          </a:xfrm>
          <a:prstGeom prst="rect">
            <a:avLst/>
          </a:prstGeom>
        </p:spPr>
        <p:txBody>
          <a:bodyPr anchor="t"/>
          <a:lstStyle>
            <a:lvl1pPr defTabSz="584200">
              <a:defRPr spc="-391" sz="9800"/>
            </a:lvl1pPr>
          </a:lstStyle>
          <a:p>
            <a:pPr/>
            <a:r>
              <a:t>Заголовок слайда</a:t>
            </a:r>
          </a:p>
        </p:txBody>
      </p:sp>
      <p:sp>
        <p:nvSpPr>
          <p:cNvPr id="44" name="Уровень текста 1…"/>
          <p:cNvSpPr txBox="1"/>
          <p:nvPr>
            <p:ph type="body" sz="half" idx="1" hasCustomPrompt="1"/>
          </p:nvPr>
        </p:nvSpPr>
        <p:spPr>
          <a:xfrm>
            <a:off x="4019549" y="5667375"/>
            <a:ext cx="16402053" cy="5353051"/>
          </a:xfrm>
          <a:prstGeom prst="rect">
            <a:avLst/>
          </a:prstGeom>
        </p:spPr>
        <p:txBody>
          <a:bodyPr/>
          <a:lstStyle>
            <a:lvl1pPr>
              <a:spcBef>
                <a:spcPts val="3300"/>
              </a:spcBef>
              <a:defRPr cap="none" spc="0" sz="3800"/>
            </a:lvl1pPr>
            <a:lvl2pPr>
              <a:spcBef>
                <a:spcPts val="3300"/>
              </a:spcBef>
              <a:defRPr cap="none" spc="0" sz="3800"/>
            </a:lvl2pPr>
            <a:lvl3pPr>
              <a:spcBef>
                <a:spcPts val="3300"/>
              </a:spcBef>
              <a:defRPr cap="none" spc="0" sz="3800"/>
            </a:lvl3pPr>
            <a:lvl4pPr>
              <a:spcBef>
                <a:spcPts val="3300"/>
              </a:spcBef>
              <a:defRPr cap="none" spc="0" sz="3800"/>
            </a:lvl4pPr>
            <a:lvl5pPr>
              <a:spcBef>
                <a:spcPts val="3300"/>
              </a:spcBef>
              <a:defRPr cap="none" spc="0" sz="3800"/>
            </a:lvl5pPr>
          </a:lstStyle>
          <a:p>
            <a:pPr/>
            <a:r>
              <a:t>Текст пункта на слайде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Номер слайда"/>
          <p:cNvSpPr txBox="1"/>
          <p:nvPr>
            <p:ph type="sldNum" sz="quarter" idx="2"/>
          </p:nvPr>
        </p:nvSpPr>
        <p:spPr>
          <a:xfrm>
            <a:off x="20690014" y="11397759"/>
            <a:ext cx="324613" cy="3556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Пункты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Автор и дата"/>
          <p:cNvSpPr txBox="1"/>
          <p:nvPr>
            <p:ph type="body" sz="quarter" idx="21" hasCustomPrompt="1"/>
          </p:nvPr>
        </p:nvSpPr>
        <p:spPr>
          <a:xfrm>
            <a:off x="4019549" y="11431413"/>
            <a:ext cx="16402053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pc="-43" sz="144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pPr/>
            <a:r>
              <a:t>Автор и дата</a:t>
            </a:r>
          </a:p>
        </p:txBody>
      </p:sp>
      <p:sp>
        <p:nvSpPr>
          <p:cNvPr id="53" name="Уровень текста 1…"/>
          <p:cNvSpPr txBox="1"/>
          <p:nvPr>
            <p:ph type="body" sz="half" idx="1" hasCustomPrompt="1"/>
          </p:nvPr>
        </p:nvSpPr>
        <p:spPr>
          <a:xfrm>
            <a:off x="4019549" y="5667375"/>
            <a:ext cx="16402053" cy="5351488"/>
          </a:xfrm>
          <a:prstGeom prst="rect">
            <a:avLst/>
          </a:prstGeom>
        </p:spPr>
        <p:txBody>
          <a:bodyPr numCol="2" spcCol="820102"/>
          <a:lstStyle>
            <a:lvl1pPr>
              <a:spcBef>
                <a:spcPts val="3300"/>
              </a:spcBef>
              <a:defRPr cap="none" spc="0" sz="3800"/>
            </a:lvl1pPr>
            <a:lvl2pPr>
              <a:spcBef>
                <a:spcPts val="3300"/>
              </a:spcBef>
              <a:defRPr cap="none" spc="0" sz="3800"/>
            </a:lvl2pPr>
            <a:lvl3pPr>
              <a:spcBef>
                <a:spcPts val="3300"/>
              </a:spcBef>
              <a:defRPr cap="none" spc="0" sz="3800"/>
            </a:lvl3pPr>
            <a:lvl4pPr>
              <a:spcBef>
                <a:spcPts val="3300"/>
              </a:spcBef>
              <a:defRPr cap="none" spc="0" sz="3800"/>
            </a:lvl4pPr>
            <a:lvl5pPr>
              <a:spcBef>
                <a:spcPts val="3300"/>
              </a:spcBef>
              <a:defRPr cap="none" spc="0" sz="3800"/>
            </a:lvl5pPr>
          </a:lstStyle>
          <a:p>
            <a:pPr/>
            <a:r>
              <a:t>Текст пункта на слайде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4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pc="-36" sz="1800"/>
            </a:pPr>
          </a:p>
        </p:txBody>
      </p:sp>
      <p:sp>
        <p:nvSpPr>
          <p:cNvPr id="5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, пункты и фото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Улыбающийся человек в синей кофте перед синей стеной"/>
          <p:cNvSpPr/>
          <p:nvPr>
            <p:ph type="pic" idx="21"/>
          </p:nvPr>
        </p:nvSpPr>
        <p:spPr>
          <a:xfrm>
            <a:off x="10725367" y="1714499"/>
            <a:ext cx="15421096" cy="10287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Уровень текста 1…"/>
          <p:cNvSpPr txBox="1"/>
          <p:nvPr>
            <p:ph type="body" sz="quarter" idx="1" hasCustomPrompt="1"/>
          </p:nvPr>
        </p:nvSpPr>
        <p:spPr>
          <a:xfrm>
            <a:off x="4019549" y="5657850"/>
            <a:ext cx="8582027" cy="5164932"/>
          </a:xfrm>
          <a:prstGeom prst="rect">
            <a:avLst/>
          </a:prstGeom>
        </p:spPr>
        <p:txBody>
          <a:bodyPr/>
          <a:lstStyle>
            <a:lvl1pPr>
              <a:spcBef>
                <a:spcPts val="3300"/>
              </a:spcBef>
              <a:defRPr cap="none" spc="0" sz="3800"/>
            </a:lvl1pPr>
            <a:lvl2pPr>
              <a:spcBef>
                <a:spcPts val="3300"/>
              </a:spcBef>
              <a:defRPr cap="none" spc="0" sz="3800"/>
            </a:lvl2pPr>
            <a:lvl3pPr>
              <a:spcBef>
                <a:spcPts val="3300"/>
              </a:spcBef>
              <a:defRPr cap="none" spc="0" sz="3800"/>
            </a:lvl3pPr>
            <a:lvl4pPr>
              <a:spcBef>
                <a:spcPts val="3300"/>
              </a:spcBef>
              <a:defRPr cap="none" spc="0" sz="3800"/>
            </a:lvl4pPr>
            <a:lvl5pPr>
              <a:spcBef>
                <a:spcPts val="3300"/>
              </a:spcBef>
              <a:defRPr cap="none" spc="0" sz="3800"/>
            </a:lvl5pPr>
          </a:lstStyle>
          <a:p>
            <a:pPr/>
            <a:r>
              <a:t>Текст пункта на слайде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4" name="Прямоугольник"/>
          <p:cNvSpPr/>
          <p:nvPr/>
        </p:nvSpPr>
        <p:spPr>
          <a:xfrm>
            <a:off x="3047999" y="2457412"/>
            <a:ext cx="940379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pc="-36" sz="1800"/>
            </a:pPr>
          </a:p>
        </p:txBody>
      </p:sp>
      <p:sp>
        <p:nvSpPr>
          <p:cNvPr id="65" name="Автор и дата"/>
          <p:cNvSpPr txBox="1"/>
          <p:nvPr>
            <p:ph type="body" sz="quarter" idx="22" hasCustomPrompt="1"/>
          </p:nvPr>
        </p:nvSpPr>
        <p:spPr>
          <a:xfrm>
            <a:off x="4019549" y="11431413"/>
            <a:ext cx="8582027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pc="-43" sz="144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pPr/>
            <a:r>
              <a:t>Автор и дата</a:t>
            </a:r>
          </a:p>
        </p:txBody>
      </p:sp>
      <p:sp>
        <p:nvSpPr>
          <p:cNvPr id="66" name="Заголовок слайда"/>
          <p:cNvSpPr txBox="1"/>
          <p:nvPr>
            <p:ph type="title" hasCustomPrompt="1"/>
          </p:nvPr>
        </p:nvSpPr>
        <p:spPr>
          <a:xfrm>
            <a:off x="4019549" y="2933699"/>
            <a:ext cx="8582027" cy="1850233"/>
          </a:xfrm>
          <a:prstGeom prst="rect">
            <a:avLst/>
          </a:prstGeom>
        </p:spPr>
        <p:txBody>
          <a:bodyPr anchor="t"/>
          <a:lstStyle>
            <a:lvl1pPr defTabSz="584200">
              <a:defRPr spc="-391" sz="9800"/>
            </a:lvl1pPr>
          </a:lstStyle>
          <a:p>
            <a:pPr/>
            <a:r>
              <a:t>Заголовок слайда</a:t>
            </a:r>
          </a:p>
        </p:txBody>
      </p:sp>
      <p:sp>
        <p:nvSpPr>
          <p:cNvPr id="67" name="Подзаголовок слайда"/>
          <p:cNvSpPr txBox="1"/>
          <p:nvPr>
            <p:ph type="body" sz="quarter" idx="23" hasCustomPrompt="1"/>
          </p:nvPr>
        </p:nvSpPr>
        <p:spPr>
          <a:xfrm>
            <a:off x="4019549" y="4783931"/>
            <a:ext cx="8582027" cy="508779"/>
          </a:xfrm>
          <a:prstGeom prst="rect">
            <a:avLst/>
          </a:prstGeom>
        </p:spPr>
        <p:txBody>
          <a:bodyPr/>
          <a:lstStyle>
            <a:lvl1pPr defTabSz="461518">
              <a:defRPr spc="-75" sz="2528"/>
            </a:lvl1pPr>
          </a:lstStyle>
          <a:p>
            <a:pPr/>
            <a:r>
              <a:t>Подзаголовок слайда</a:t>
            </a:r>
          </a:p>
        </p:txBody>
      </p:sp>
      <p:sp>
        <p:nvSpPr>
          <p:cNvPr id="68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, пункты, видео — мелко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Уровень текста 1…"/>
          <p:cNvSpPr txBox="1"/>
          <p:nvPr>
            <p:ph type="body" sz="quarter" idx="1" hasCustomPrompt="1"/>
          </p:nvPr>
        </p:nvSpPr>
        <p:spPr>
          <a:xfrm>
            <a:off x="4019549" y="5657850"/>
            <a:ext cx="8582027" cy="5164932"/>
          </a:xfrm>
          <a:prstGeom prst="rect">
            <a:avLst/>
          </a:prstGeom>
        </p:spPr>
        <p:txBody>
          <a:bodyPr/>
          <a:lstStyle>
            <a:lvl1pPr>
              <a:spcBef>
                <a:spcPts val="3300"/>
              </a:spcBef>
              <a:defRPr cap="none" spc="0" sz="3800"/>
            </a:lvl1pPr>
            <a:lvl2pPr>
              <a:spcBef>
                <a:spcPts val="3300"/>
              </a:spcBef>
              <a:defRPr cap="none" spc="0" sz="3800"/>
            </a:lvl2pPr>
            <a:lvl3pPr>
              <a:spcBef>
                <a:spcPts val="3300"/>
              </a:spcBef>
              <a:defRPr cap="none" spc="0" sz="3800"/>
            </a:lvl3pPr>
            <a:lvl4pPr>
              <a:spcBef>
                <a:spcPts val="3300"/>
              </a:spcBef>
              <a:defRPr cap="none" spc="0" sz="3800"/>
            </a:lvl4pPr>
            <a:lvl5pPr>
              <a:spcBef>
                <a:spcPts val="3300"/>
              </a:spcBef>
              <a:defRPr cap="none" spc="0" sz="3800"/>
            </a:lvl5pPr>
          </a:lstStyle>
          <a:p>
            <a:pPr/>
            <a:r>
              <a:t>Текст пункта на слайде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6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pc="-36" sz="1800"/>
            </a:pPr>
          </a:p>
        </p:txBody>
      </p:sp>
      <p:sp>
        <p:nvSpPr>
          <p:cNvPr id="77" name="Автор и дата"/>
          <p:cNvSpPr txBox="1"/>
          <p:nvPr>
            <p:ph type="body" sz="quarter" idx="21" hasCustomPrompt="1"/>
          </p:nvPr>
        </p:nvSpPr>
        <p:spPr>
          <a:xfrm>
            <a:off x="4019549" y="11431413"/>
            <a:ext cx="8582027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pc="-43" sz="144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pPr/>
            <a:r>
              <a:t>Автор и дата</a:t>
            </a:r>
          </a:p>
        </p:txBody>
      </p:sp>
      <p:sp>
        <p:nvSpPr>
          <p:cNvPr id="78" name="Заголовок слайда"/>
          <p:cNvSpPr txBox="1"/>
          <p:nvPr>
            <p:ph type="title" hasCustomPrompt="1"/>
          </p:nvPr>
        </p:nvSpPr>
        <p:spPr>
          <a:xfrm>
            <a:off x="4019549" y="2933699"/>
            <a:ext cx="8582027" cy="1850233"/>
          </a:xfrm>
          <a:prstGeom prst="rect">
            <a:avLst/>
          </a:prstGeom>
        </p:spPr>
        <p:txBody>
          <a:bodyPr anchor="t"/>
          <a:lstStyle>
            <a:lvl1pPr defTabSz="584200">
              <a:defRPr spc="-391" sz="9800"/>
            </a:lvl1pPr>
          </a:lstStyle>
          <a:p>
            <a:pPr/>
            <a:r>
              <a:t>Заголовок слайда</a:t>
            </a:r>
          </a:p>
        </p:txBody>
      </p:sp>
      <p:sp>
        <p:nvSpPr>
          <p:cNvPr id="79" name="Подзаголовок слайда"/>
          <p:cNvSpPr txBox="1"/>
          <p:nvPr>
            <p:ph type="body" sz="quarter" idx="22" hasCustomPrompt="1"/>
          </p:nvPr>
        </p:nvSpPr>
        <p:spPr>
          <a:xfrm>
            <a:off x="4019549" y="4783931"/>
            <a:ext cx="8582027" cy="508779"/>
          </a:xfrm>
          <a:prstGeom prst="rect">
            <a:avLst/>
          </a:prstGeom>
        </p:spPr>
        <p:txBody>
          <a:bodyPr/>
          <a:lstStyle>
            <a:lvl1pPr defTabSz="461518">
              <a:defRPr spc="-75" sz="2528"/>
            </a:lvl1pPr>
          </a:lstStyle>
          <a:p>
            <a:pPr/>
            <a:r>
              <a:t>Подзаголовок слайда</a:t>
            </a:r>
          </a:p>
        </p:txBody>
      </p:sp>
      <p:sp>
        <p:nvSpPr>
          <p:cNvPr id="80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, пункты и видеотрансляция — крупно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Уровень текста 1…"/>
          <p:cNvSpPr txBox="1"/>
          <p:nvPr>
            <p:ph type="body" sz="quarter" idx="1" hasCustomPrompt="1"/>
          </p:nvPr>
        </p:nvSpPr>
        <p:spPr>
          <a:xfrm>
            <a:off x="4019549" y="5657850"/>
            <a:ext cx="8582027" cy="5164932"/>
          </a:xfrm>
          <a:prstGeom prst="rect">
            <a:avLst/>
          </a:prstGeom>
        </p:spPr>
        <p:txBody>
          <a:bodyPr/>
          <a:lstStyle>
            <a:lvl1pPr>
              <a:spcBef>
                <a:spcPts val="3300"/>
              </a:spcBef>
              <a:defRPr cap="none" spc="0" sz="3800"/>
            </a:lvl1pPr>
            <a:lvl2pPr>
              <a:spcBef>
                <a:spcPts val="3300"/>
              </a:spcBef>
              <a:defRPr cap="none" spc="0" sz="3800"/>
            </a:lvl2pPr>
            <a:lvl3pPr>
              <a:spcBef>
                <a:spcPts val="3300"/>
              </a:spcBef>
              <a:defRPr cap="none" spc="0" sz="3800"/>
            </a:lvl3pPr>
            <a:lvl4pPr>
              <a:spcBef>
                <a:spcPts val="3300"/>
              </a:spcBef>
              <a:defRPr cap="none" spc="0" sz="3800"/>
            </a:lvl4pPr>
            <a:lvl5pPr>
              <a:spcBef>
                <a:spcPts val="3300"/>
              </a:spcBef>
              <a:defRPr cap="none" spc="0" sz="3800"/>
            </a:lvl5pPr>
          </a:lstStyle>
          <a:p>
            <a:pPr/>
            <a:r>
              <a:t>Текст пункта на слайде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8" name="Прямоугольник"/>
          <p:cNvSpPr/>
          <p:nvPr/>
        </p:nvSpPr>
        <p:spPr>
          <a:xfrm>
            <a:off x="3047999" y="2457412"/>
            <a:ext cx="940379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pc="-36" sz="1800"/>
            </a:pPr>
          </a:p>
        </p:txBody>
      </p:sp>
      <p:sp>
        <p:nvSpPr>
          <p:cNvPr id="89" name="Автор и дата"/>
          <p:cNvSpPr txBox="1"/>
          <p:nvPr>
            <p:ph type="body" sz="quarter" idx="21" hasCustomPrompt="1"/>
          </p:nvPr>
        </p:nvSpPr>
        <p:spPr>
          <a:xfrm>
            <a:off x="4019549" y="11431413"/>
            <a:ext cx="8582027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pc="-43" sz="144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pPr/>
            <a:r>
              <a:t>Автор и дата</a:t>
            </a:r>
          </a:p>
        </p:txBody>
      </p:sp>
      <p:sp>
        <p:nvSpPr>
          <p:cNvPr id="90" name="Заголовок слайда"/>
          <p:cNvSpPr txBox="1"/>
          <p:nvPr>
            <p:ph type="title" hasCustomPrompt="1"/>
          </p:nvPr>
        </p:nvSpPr>
        <p:spPr>
          <a:xfrm>
            <a:off x="4019549" y="2933699"/>
            <a:ext cx="8582027" cy="1850233"/>
          </a:xfrm>
          <a:prstGeom prst="rect">
            <a:avLst/>
          </a:prstGeom>
        </p:spPr>
        <p:txBody>
          <a:bodyPr anchor="t"/>
          <a:lstStyle>
            <a:lvl1pPr defTabSz="584200">
              <a:defRPr spc="-391" sz="9800"/>
            </a:lvl1pPr>
          </a:lstStyle>
          <a:p>
            <a:pPr/>
            <a:r>
              <a:t>Заголовок слайда</a:t>
            </a:r>
          </a:p>
        </p:txBody>
      </p:sp>
      <p:sp>
        <p:nvSpPr>
          <p:cNvPr id="91" name="Подзаголовок слайда"/>
          <p:cNvSpPr txBox="1"/>
          <p:nvPr>
            <p:ph type="body" sz="quarter" idx="22" hasCustomPrompt="1"/>
          </p:nvPr>
        </p:nvSpPr>
        <p:spPr>
          <a:xfrm>
            <a:off x="4019549" y="4783931"/>
            <a:ext cx="8582027" cy="508779"/>
          </a:xfrm>
          <a:prstGeom prst="rect">
            <a:avLst/>
          </a:prstGeom>
        </p:spPr>
        <p:txBody>
          <a:bodyPr/>
          <a:lstStyle>
            <a:lvl1pPr defTabSz="461518">
              <a:defRPr spc="-75" sz="2528"/>
            </a:lvl1pPr>
          </a:lstStyle>
          <a:p>
            <a:pPr/>
            <a:r>
              <a:t>Подзаголовок слайда</a:t>
            </a:r>
          </a:p>
        </p:txBody>
      </p:sp>
      <p:sp>
        <p:nvSpPr>
          <p:cNvPr id="92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Раздел"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Заголовок раздела"/>
          <p:cNvSpPr txBox="1"/>
          <p:nvPr>
            <p:ph type="title" hasCustomPrompt="1"/>
          </p:nvPr>
        </p:nvSpPr>
        <p:spPr>
          <a:xfrm>
            <a:off x="4019549" y="5767806"/>
            <a:ext cx="16402053" cy="2161339"/>
          </a:xfrm>
          <a:prstGeom prst="rect">
            <a:avLst/>
          </a:prstGeom>
        </p:spPr>
        <p:txBody>
          <a:bodyPr anchor="ctr"/>
          <a:lstStyle>
            <a:lvl1pPr defTabSz="825500">
              <a:defRPr spc="-400" sz="10000"/>
            </a:lvl1pPr>
          </a:lstStyle>
          <a:p>
            <a:pPr/>
            <a:r>
              <a:t>Заголовок раздела</a:t>
            </a:r>
          </a:p>
        </p:txBody>
      </p:sp>
      <p:sp>
        <p:nvSpPr>
          <p:cNvPr id="100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Автор и дата"/>
          <p:cNvSpPr txBox="1"/>
          <p:nvPr>
            <p:ph type="body" sz="quarter" idx="21" hasCustomPrompt="1"/>
          </p:nvPr>
        </p:nvSpPr>
        <p:spPr>
          <a:xfrm>
            <a:off x="4019549" y="11431413"/>
            <a:ext cx="16402053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pc="-43" sz="144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pPr/>
            <a:r>
              <a:t>Автор и дата</a:t>
            </a:r>
          </a:p>
        </p:txBody>
      </p:sp>
      <p:sp>
        <p:nvSpPr>
          <p:cNvPr id="108" name="Подзаголовок слайда"/>
          <p:cNvSpPr txBox="1"/>
          <p:nvPr>
            <p:ph type="body" sz="quarter" idx="22" hasCustomPrompt="1"/>
          </p:nvPr>
        </p:nvSpPr>
        <p:spPr>
          <a:xfrm>
            <a:off x="4019549" y="4372091"/>
            <a:ext cx="16402053" cy="520542"/>
          </a:xfrm>
          <a:prstGeom prst="rect">
            <a:avLst/>
          </a:prstGeom>
        </p:spPr>
        <p:txBody>
          <a:bodyPr/>
          <a:lstStyle>
            <a:lvl1pPr defTabSz="473202">
              <a:defRPr spc="-77" sz="2592"/>
            </a:lvl1pPr>
          </a:lstStyle>
          <a:p>
            <a:pPr/>
            <a:r>
              <a:t>Подзаголовок слайда </a:t>
            </a:r>
          </a:p>
        </p:txBody>
      </p:sp>
      <p:sp>
        <p:nvSpPr>
          <p:cNvPr id="109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pc="-36" sz="1800"/>
            </a:pPr>
          </a:p>
        </p:txBody>
      </p:sp>
      <p:sp>
        <p:nvSpPr>
          <p:cNvPr id="110" name="Заголовок слайда"/>
          <p:cNvSpPr txBox="1"/>
          <p:nvPr>
            <p:ph type="title" hasCustomPrompt="1"/>
          </p:nvPr>
        </p:nvSpPr>
        <p:spPr>
          <a:xfrm>
            <a:off x="4019549" y="2930022"/>
            <a:ext cx="16402053" cy="1333501"/>
          </a:xfrm>
          <a:prstGeom prst="rect">
            <a:avLst/>
          </a:prstGeom>
        </p:spPr>
        <p:txBody>
          <a:bodyPr anchor="t"/>
          <a:lstStyle>
            <a:lvl1pPr defTabSz="584200">
              <a:defRPr spc="-391" sz="9800"/>
            </a:lvl1pPr>
          </a:lstStyle>
          <a:p>
            <a:pPr/>
            <a:r>
              <a:t>Заголовок слайда</a:t>
            </a:r>
          </a:p>
        </p:txBody>
      </p:sp>
      <p:sp>
        <p:nvSpPr>
          <p:cNvPr id="1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Повестка дня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Автор и дата"/>
          <p:cNvSpPr txBox="1"/>
          <p:nvPr>
            <p:ph type="body" sz="quarter" idx="21" hasCustomPrompt="1"/>
          </p:nvPr>
        </p:nvSpPr>
        <p:spPr>
          <a:xfrm>
            <a:off x="4019549" y="11431413"/>
            <a:ext cx="16402053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pc="-43" sz="144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pPr/>
            <a:r>
              <a:t>Автор и дата</a:t>
            </a:r>
          </a:p>
        </p:txBody>
      </p:sp>
      <p:sp>
        <p:nvSpPr>
          <p:cNvPr id="119" name="Подзаголовок повестки дня"/>
          <p:cNvSpPr txBox="1"/>
          <p:nvPr>
            <p:ph type="body" sz="quarter" idx="22" hasCustomPrompt="1"/>
          </p:nvPr>
        </p:nvSpPr>
        <p:spPr>
          <a:xfrm>
            <a:off x="4019549" y="4372091"/>
            <a:ext cx="16402053" cy="520542"/>
          </a:xfrm>
          <a:prstGeom prst="rect">
            <a:avLst/>
          </a:prstGeom>
        </p:spPr>
        <p:txBody>
          <a:bodyPr/>
          <a:lstStyle>
            <a:lvl1pPr defTabSz="473202">
              <a:defRPr spc="-77" sz="2592"/>
            </a:lvl1pPr>
          </a:lstStyle>
          <a:p>
            <a:pPr/>
            <a:r>
              <a:t>Подзаголовок повестки дня</a:t>
            </a:r>
          </a:p>
        </p:txBody>
      </p:sp>
      <p:sp>
        <p:nvSpPr>
          <p:cNvPr id="120" name="Уровень текста 1…"/>
          <p:cNvSpPr txBox="1"/>
          <p:nvPr>
            <p:ph type="body" sz="half" idx="1" hasCustomPrompt="1"/>
          </p:nvPr>
        </p:nvSpPr>
        <p:spPr>
          <a:xfrm>
            <a:off x="4019549" y="5553075"/>
            <a:ext cx="16402053" cy="5353051"/>
          </a:xfrm>
          <a:prstGeom prst="rect">
            <a:avLst/>
          </a:prstGeom>
        </p:spPr>
        <p:txBody>
          <a:bodyPr/>
          <a:lstStyle>
            <a:lvl1pPr defTabSz="825500">
              <a:spcBef>
                <a:spcPts val="3200"/>
              </a:spcBef>
              <a:defRPr b="1" cap="none" spc="-52" sz="5200" u="sng">
                <a:latin typeface="+mn-lt"/>
                <a:ea typeface="+mn-ea"/>
                <a:cs typeface="+mn-cs"/>
                <a:sym typeface="Avenir Next Regular"/>
              </a:defRPr>
            </a:lvl1pPr>
            <a:lvl2pPr defTabSz="825500">
              <a:spcBef>
                <a:spcPts val="3200"/>
              </a:spcBef>
              <a:defRPr b="1" cap="none" spc="-52" sz="5200" u="sng">
                <a:latin typeface="+mn-lt"/>
                <a:ea typeface="+mn-ea"/>
                <a:cs typeface="+mn-cs"/>
                <a:sym typeface="Avenir Next Regular"/>
              </a:defRPr>
            </a:lvl2pPr>
            <a:lvl3pPr defTabSz="825500">
              <a:spcBef>
                <a:spcPts val="3200"/>
              </a:spcBef>
              <a:defRPr b="1" cap="none" spc="-52" sz="5200" u="sng">
                <a:latin typeface="+mn-lt"/>
                <a:ea typeface="+mn-ea"/>
                <a:cs typeface="+mn-cs"/>
                <a:sym typeface="Avenir Next Regular"/>
              </a:defRPr>
            </a:lvl3pPr>
            <a:lvl4pPr defTabSz="825500">
              <a:spcBef>
                <a:spcPts val="3200"/>
              </a:spcBef>
              <a:defRPr b="1" cap="none" spc="-52" sz="5200" u="sng">
                <a:latin typeface="+mn-lt"/>
                <a:ea typeface="+mn-ea"/>
                <a:cs typeface="+mn-cs"/>
                <a:sym typeface="Avenir Next Regular"/>
              </a:defRPr>
            </a:lvl4pPr>
            <a:lvl5pPr defTabSz="825500">
              <a:spcBef>
                <a:spcPts val="3200"/>
              </a:spcBef>
              <a:defRPr b="1" cap="none" spc="-52" sz="5200" u="sng">
                <a:latin typeface="+mn-lt"/>
                <a:ea typeface="+mn-ea"/>
                <a:cs typeface="+mn-cs"/>
                <a:sym typeface="Avenir Next Regular"/>
              </a:defRPr>
            </a:lvl5pPr>
          </a:lstStyle>
          <a:p>
            <a:pPr/>
            <a:r>
              <a:t>Темы повестки дня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1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pc="-36" sz="1800"/>
            </a:pPr>
          </a:p>
        </p:txBody>
      </p:sp>
      <p:sp>
        <p:nvSpPr>
          <p:cNvPr id="122" name="Заголовок повестки дня"/>
          <p:cNvSpPr txBox="1"/>
          <p:nvPr>
            <p:ph type="title" hasCustomPrompt="1"/>
          </p:nvPr>
        </p:nvSpPr>
        <p:spPr>
          <a:xfrm>
            <a:off x="4019549" y="2930022"/>
            <a:ext cx="16402053" cy="1333501"/>
          </a:xfrm>
          <a:prstGeom prst="rect">
            <a:avLst/>
          </a:prstGeom>
        </p:spPr>
        <p:txBody>
          <a:bodyPr anchor="t"/>
          <a:lstStyle>
            <a:lvl1pPr defTabSz="584200">
              <a:defRPr spc="-391" sz="9800"/>
            </a:lvl1pPr>
          </a:lstStyle>
          <a:p>
            <a:pPr/>
            <a:r>
              <a:t>Заголовок повестки дня</a:t>
            </a:r>
          </a:p>
        </p:txBody>
      </p:sp>
      <p:sp>
        <p:nvSpPr>
          <p:cNvPr id="123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Информационное сообщ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Уровень текста 1…"/>
          <p:cNvSpPr txBox="1"/>
          <p:nvPr>
            <p:ph type="body" sz="quarter" idx="1" hasCustomPrompt="1"/>
          </p:nvPr>
        </p:nvSpPr>
        <p:spPr>
          <a:xfrm>
            <a:off x="4021707" y="5410200"/>
            <a:ext cx="16397737" cy="2890325"/>
          </a:xfrm>
          <a:prstGeom prst="rect">
            <a:avLst/>
          </a:prstGeom>
        </p:spPr>
        <p:txBody>
          <a:bodyPr anchor="ctr"/>
          <a:lstStyle>
            <a:lvl1pPr algn="ctr" defTabSz="1160859">
              <a:defRPr b="1" spc="-400" sz="10000">
                <a:latin typeface="+mn-lt"/>
                <a:ea typeface="+mn-ea"/>
                <a:cs typeface="+mn-cs"/>
                <a:sym typeface="Avenir Next Regular"/>
              </a:defRPr>
            </a:lvl1pPr>
            <a:lvl2pPr algn="ctr" defTabSz="1160859">
              <a:defRPr b="1" spc="-400" sz="10000">
                <a:latin typeface="+mn-lt"/>
                <a:ea typeface="+mn-ea"/>
                <a:cs typeface="+mn-cs"/>
                <a:sym typeface="Avenir Next Regular"/>
              </a:defRPr>
            </a:lvl2pPr>
            <a:lvl3pPr algn="ctr" defTabSz="1160859">
              <a:defRPr b="1" spc="-400" sz="10000">
                <a:latin typeface="+mn-lt"/>
                <a:ea typeface="+mn-ea"/>
                <a:cs typeface="+mn-cs"/>
                <a:sym typeface="Avenir Next Regular"/>
              </a:defRPr>
            </a:lvl3pPr>
            <a:lvl4pPr algn="ctr" defTabSz="1160859">
              <a:defRPr b="1" spc="-400" sz="10000">
                <a:latin typeface="+mn-lt"/>
                <a:ea typeface="+mn-ea"/>
                <a:cs typeface="+mn-cs"/>
                <a:sym typeface="Avenir Next Regular"/>
              </a:defRPr>
            </a:lvl4pPr>
            <a:lvl5pPr algn="ctr" defTabSz="1160859">
              <a:defRPr b="1" spc="-400" sz="10000">
                <a:latin typeface="+mn-lt"/>
                <a:ea typeface="+mn-ea"/>
                <a:cs typeface="+mn-cs"/>
                <a:sym typeface="Avenir Next Regular"/>
              </a:defRPr>
            </a:lvl5pPr>
          </a:lstStyle>
          <a:p>
            <a:pPr/>
            <a:r>
              <a:t>Информационное сообщение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Важный фа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Уровень текста 1…"/>
          <p:cNvSpPr txBox="1"/>
          <p:nvPr>
            <p:ph type="body" sz="quarter" idx="1" hasCustomPrompt="1"/>
          </p:nvPr>
        </p:nvSpPr>
        <p:spPr>
          <a:xfrm>
            <a:off x="4019549" y="4404782"/>
            <a:ext cx="16402053" cy="3547626"/>
          </a:xfrm>
          <a:prstGeom prst="rect">
            <a:avLst/>
          </a:prstGeom>
        </p:spPr>
        <p:txBody>
          <a:bodyPr anchor="b"/>
          <a:lstStyle>
            <a:lvl1pPr algn="ctr" defTabSz="825500">
              <a:lnSpc>
                <a:spcPct val="70000"/>
              </a:lnSpc>
              <a:defRPr b="1" spc="-444" sz="22200">
                <a:latin typeface="+mn-lt"/>
                <a:ea typeface="+mn-ea"/>
                <a:cs typeface="+mn-cs"/>
                <a:sym typeface="Avenir Next Regular"/>
              </a:defRPr>
            </a:lvl1pPr>
            <a:lvl2pPr algn="ctr" defTabSz="825500">
              <a:lnSpc>
                <a:spcPct val="70000"/>
              </a:lnSpc>
              <a:defRPr b="1" spc="-444" sz="22200">
                <a:latin typeface="+mn-lt"/>
                <a:ea typeface="+mn-ea"/>
                <a:cs typeface="+mn-cs"/>
                <a:sym typeface="Avenir Next Regular"/>
              </a:defRPr>
            </a:lvl2pPr>
            <a:lvl3pPr algn="ctr" defTabSz="825500">
              <a:lnSpc>
                <a:spcPct val="70000"/>
              </a:lnSpc>
              <a:defRPr b="1" spc="-444" sz="22200">
                <a:latin typeface="+mn-lt"/>
                <a:ea typeface="+mn-ea"/>
                <a:cs typeface="+mn-cs"/>
                <a:sym typeface="Avenir Next Regular"/>
              </a:defRPr>
            </a:lvl3pPr>
            <a:lvl4pPr algn="ctr" defTabSz="825500">
              <a:lnSpc>
                <a:spcPct val="70000"/>
              </a:lnSpc>
              <a:defRPr b="1" spc="-444" sz="22200">
                <a:latin typeface="+mn-lt"/>
                <a:ea typeface="+mn-ea"/>
                <a:cs typeface="+mn-cs"/>
                <a:sym typeface="Avenir Next Regular"/>
              </a:defRPr>
            </a:lvl4pPr>
            <a:lvl5pPr algn="ctr" defTabSz="825500">
              <a:lnSpc>
                <a:spcPct val="70000"/>
              </a:lnSpc>
              <a:defRPr b="1" spc="-444" sz="22200">
                <a:latin typeface="+mn-lt"/>
                <a:ea typeface="+mn-ea"/>
                <a:cs typeface="+mn-cs"/>
                <a:sym typeface="Avenir Next Regular"/>
              </a:defRPr>
            </a:lvl5pPr>
          </a:lstStyle>
          <a:p>
            <a:pPr/>
            <a:r>
              <a:t>100 %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9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pc="-36" sz="1800"/>
            </a:pPr>
          </a:p>
        </p:txBody>
      </p:sp>
      <p:sp>
        <p:nvSpPr>
          <p:cNvPr id="140" name="Информация о факте"/>
          <p:cNvSpPr txBox="1"/>
          <p:nvPr>
            <p:ph type="body" sz="quarter" idx="21" hasCustomPrompt="1"/>
          </p:nvPr>
        </p:nvSpPr>
        <p:spPr>
          <a:xfrm>
            <a:off x="4019549" y="7802463"/>
            <a:ext cx="16402053" cy="444342"/>
          </a:xfrm>
          <a:prstGeom prst="rect">
            <a:avLst/>
          </a:prstGeom>
        </p:spPr>
        <p:txBody>
          <a:bodyPr/>
          <a:lstStyle>
            <a:lvl1pPr algn="ctr" defTabSz="391414">
              <a:spcBef>
                <a:spcPts val="2100"/>
              </a:spcBef>
              <a:defRPr spc="-64" sz="2144"/>
            </a:lvl1pPr>
          </a:lstStyle>
          <a:p>
            <a:pPr/>
            <a:r>
              <a:t>Информация о факте</a:t>
            </a:r>
          </a:p>
        </p:txBody>
      </p:sp>
      <p:sp>
        <p:nvSpPr>
          <p:cNvPr id="14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Цита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Авторство"/>
          <p:cNvSpPr txBox="1"/>
          <p:nvPr>
            <p:ph type="body" sz="quarter" idx="21" hasCustomPrompt="1"/>
          </p:nvPr>
        </p:nvSpPr>
        <p:spPr>
          <a:xfrm>
            <a:off x="4737505" y="9479309"/>
            <a:ext cx="15518562" cy="425959"/>
          </a:xfrm>
          <a:prstGeom prst="rect">
            <a:avLst/>
          </a:prstGeom>
        </p:spPr>
        <p:txBody>
          <a:bodyPr/>
          <a:lstStyle>
            <a:lvl1pPr defTabSz="496570">
              <a:defRPr spc="-61" sz="2040"/>
            </a:lvl1pPr>
          </a:lstStyle>
          <a:p>
            <a:pPr/>
            <a:r>
              <a:t>Авторство </a:t>
            </a:r>
          </a:p>
        </p:txBody>
      </p:sp>
      <p:sp>
        <p:nvSpPr>
          <p:cNvPr id="149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pc="-36" sz="1800"/>
            </a:pPr>
          </a:p>
        </p:txBody>
      </p:sp>
      <p:sp>
        <p:nvSpPr>
          <p:cNvPr id="150" name="Уровень текста 1…"/>
          <p:cNvSpPr txBox="1"/>
          <p:nvPr>
            <p:ph type="body" sz="quarter" idx="1" hasCustomPrompt="1"/>
          </p:nvPr>
        </p:nvSpPr>
        <p:spPr>
          <a:xfrm>
            <a:off x="4127934" y="4964163"/>
            <a:ext cx="16128132" cy="4123102"/>
          </a:xfrm>
          <a:prstGeom prst="rect">
            <a:avLst/>
          </a:prstGeom>
        </p:spPr>
        <p:txBody>
          <a:bodyPr anchor="b"/>
          <a:lstStyle>
            <a:lvl1pPr marL="714375" indent="-714375" defTabSz="1160859">
              <a:lnSpc>
                <a:spcPct val="70000"/>
              </a:lnSpc>
              <a:defRPr b="1" i="1" spc="-528" sz="13200">
                <a:latin typeface="+mn-lt"/>
                <a:ea typeface="+mn-ea"/>
                <a:cs typeface="+mn-cs"/>
                <a:sym typeface="Avenir Next Regular"/>
              </a:defRPr>
            </a:lvl1pPr>
            <a:lvl2pPr marL="714375" indent="-257175" defTabSz="1160859">
              <a:lnSpc>
                <a:spcPct val="70000"/>
              </a:lnSpc>
              <a:defRPr b="1" i="1" spc="-528" sz="13200">
                <a:latin typeface="+mn-lt"/>
                <a:ea typeface="+mn-ea"/>
                <a:cs typeface="+mn-cs"/>
                <a:sym typeface="Avenir Next Regular"/>
              </a:defRPr>
            </a:lvl2pPr>
            <a:lvl3pPr marL="714375" indent="200025" defTabSz="1160859">
              <a:lnSpc>
                <a:spcPct val="70000"/>
              </a:lnSpc>
              <a:defRPr b="1" i="1" spc="-528" sz="13200">
                <a:latin typeface="+mn-lt"/>
                <a:ea typeface="+mn-ea"/>
                <a:cs typeface="+mn-cs"/>
                <a:sym typeface="Avenir Next Regular"/>
              </a:defRPr>
            </a:lvl3pPr>
            <a:lvl4pPr marL="714375" indent="657225" defTabSz="1160859">
              <a:lnSpc>
                <a:spcPct val="70000"/>
              </a:lnSpc>
              <a:defRPr b="1" i="1" spc="-528" sz="13200">
                <a:latin typeface="+mn-lt"/>
                <a:ea typeface="+mn-ea"/>
                <a:cs typeface="+mn-cs"/>
                <a:sym typeface="Avenir Next Regular"/>
              </a:defRPr>
            </a:lvl4pPr>
            <a:lvl5pPr marL="714375" indent="1114425" defTabSz="1160859">
              <a:lnSpc>
                <a:spcPct val="70000"/>
              </a:lnSpc>
              <a:defRPr b="1" i="1" spc="-528" sz="13200">
                <a:latin typeface="+mn-lt"/>
                <a:ea typeface="+mn-ea"/>
                <a:cs typeface="+mn-cs"/>
                <a:sym typeface="Avenir Next Regular"/>
              </a:defRPr>
            </a:lvl5pPr>
          </a:lstStyle>
          <a:p>
            <a:pPr/>
            <a:r>
              <a:t>«Важная цитата»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5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Фото (3 шт.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Вид сбоку на человека в жёлтой куртке с капюшоном на фоне жёлтых ставней"/>
          <p:cNvSpPr/>
          <p:nvPr>
            <p:ph type="pic" idx="21"/>
          </p:nvPr>
        </p:nvSpPr>
        <p:spPr>
          <a:xfrm>
            <a:off x="6105524" y="-1238251"/>
            <a:ext cx="19869153" cy="132461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9" name="Вид со спины на человека в жёлтой кофте, который смотрит через отверстие в каменной стене"/>
          <p:cNvSpPr/>
          <p:nvPr>
            <p:ph type="pic" sz="quarter" idx="22"/>
          </p:nvPr>
        </p:nvSpPr>
        <p:spPr>
          <a:xfrm>
            <a:off x="3047999" y="1320146"/>
            <a:ext cx="9048752" cy="583695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0" name="Улыбающийся человек в синей кофте перед синей стеной"/>
          <p:cNvSpPr/>
          <p:nvPr>
            <p:ph type="pic" sz="quarter" idx="23"/>
          </p:nvPr>
        </p:nvSpPr>
        <p:spPr>
          <a:xfrm>
            <a:off x="3047999" y="6503088"/>
            <a:ext cx="9048752" cy="603617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Фото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Человек в синих джинсах и синей кофте стоит на фоне красно-фиолетовой стены"/>
          <p:cNvSpPr/>
          <p:nvPr>
            <p:ph type="pic" idx="21"/>
          </p:nvPr>
        </p:nvSpPr>
        <p:spPr>
          <a:xfrm>
            <a:off x="3047999" y="765000"/>
            <a:ext cx="18288003" cy="1218600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Пусто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презентации"/>
          <p:cNvSpPr txBox="1"/>
          <p:nvPr>
            <p:ph type="title" hasCustomPrompt="1"/>
          </p:nvPr>
        </p:nvSpPr>
        <p:spPr>
          <a:xfrm>
            <a:off x="4021761" y="5003006"/>
            <a:ext cx="16402053" cy="3524251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8100" tIns="38100" rIns="38100" bIns="38100" anchor="b">
            <a:normAutofit fontScale="100000" lnSpcReduction="0"/>
          </a:bodyPr>
          <a:lstStyle/>
          <a:p>
            <a:pPr/>
            <a:r>
              <a:t>Заголовок презентации</a:t>
            </a:r>
          </a:p>
        </p:txBody>
      </p:sp>
      <p:sp>
        <p:nvSpPr>
          <p:cNvPr id="3" name="Уровень текста 1…"/>
          <p:cNvSpPr txBox="1"/>
          <p:nvPr>
            <p:ph type="body" idx="1" hasCustomPrompt="1"/>
          </p:nvPr>
        </p:nvSpPr>
        <p:spPr>
          <a:xfrm>
            <a:off x="4021761" y="8666081"/>
            <a:ext cx="16402053" cy="105168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8100" tIns="38100" rIns="38100" bIns="38100">
            <a:normAutofit fontScale="100000" lnSpcReduction="0"/>
          </a:bodyPr>
          <a:lstStyle/>
          <a:p>
            <a:pPr/>
            <a:r>
              <a:t>Подзаголовок презентации 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20690014" y="11396345"/>
            <a:ext cx="324613" cy="355601"/>
          </a:xfrm>
          <a:prstGeom prst="rect">
            <a:avLst/>
          </a:prstGeom>
          <a:ln w="3175">
            <a:miter lim="400000"/>
          </a:ln>
        </p:spPr>
        <p:txBody>
          <a:bodyPr wrap="none" lIns="38100" tIns="38100" rIns="38100" bIns="38100" anchor="b">
            <a:spAutoFit/>
          </a:bodyPr>
          <a:lstStyle>
            <a:lvl1pPr algn="ctr" defTabSz="3428914">
              <a:spcBef>
                <a:spcPts val="0"/>
              </a:spcBef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Avenir Next Regular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</p:sldLayoutIdLst>
  <p:transition xmlns:p14="http://schemas.microsoft.com/office/powerpoint/2010/main" spd="med" advClick="1"/>
  <p:txStyles>
    <p:titleStyle>
      <a:lvl1pPr marL="0" marR="0" indent="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all" i="0" spc="-660" strike="noStrike" sz="13200" u="none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1pPr>
      <a:lvl2pPr marL="0" marR="0" indent="4572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all" i="0" spc="-660" strike="noStrike" sz="13200" u="none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2pPr>
      <a:lvl3pPr marL="0" marR="0" indent="9144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all" i="0" spc="-660" strike="noStrike" sz="13200" u="none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3pPr>
      <a:lvl4pPr marL="0" marR="0" indent="13716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all" i="0" spc="-660" strike="noStrike" sz="13200" u="none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4pPr>
      <a:lvl5pPr marL="0" marR="0" indent="18288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all" i="0" spc="-660" strike="noStrike" sz="13200" u="none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5pPr>
      <a:lvl6pPr marL="0" marR="0" indent="22860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all" i="0" spc="-660" strike="noStrike" sz="13200" u="none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6pPr>
      <a:lvl7pPr marL="0" marR="0" indent="27432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all" i="0" spc="-660" strike="noStrike" sz="13200" u="none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7pPr>
      <a:lvl8pPr marL="0" marR="0" indent="32004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all" i="0" spc="-660" strike="noStrike" sz="13200" u="none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8pPr>
      <a:lvl9pPr marL="0" marR="0" indent="36576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all" i="0" spc="-660" strike="noStrike" sz="13200" u="none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9pPr>
    </p:titleStyle>
    <p:bodyStyle>
      <a:lvl1pPr marL="0" marR="0" indent="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-96" strike="noStrike" sz="3200" u="none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1pPr>
      <a:lvl2pPr marL="0" marR="0" indent="4572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-96" strike="noStrike" sz="3200" u="none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2pPr>
      <a:lvl3pPr marL="0" marR="0" indent="9144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-96" strike="noStrike" sz="3200" u="none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3pPr>
      <a:lvl4pPr marL="0" marR="0" indent="13716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-96" strike="noStrike" sz="3200" u="none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4pPr>
      <a:lvl5pPr marL="0" marR="0" indent="18288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-96" strike="noStrike" sz="3200" u="none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5pPr>
      <a:lvl6pPr marL="0" marR="0" indent="22860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-96" strike="noStrike" sz="3200" u="none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6pPr>
      <a:lvl7pPr marL="0" marR="0" indent="27432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-96" strike="noStrike" sz="3200" u="none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7pPr>
      <a:lvl8pPr marL="0" marR="0" indent="32004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-96" strike="noStrike" sz="3200" u="none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8pPr>
      <a:lvl9pPr marL="0" marR="0" indent="36576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-96" strike="noStrike" sz="3200" u="none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9pPr>
    </p:bodyStyle>
    <p:otherStyle>
      <a:lvl1pPr marL="0" marR="0" indent="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1pPr>
      <a:lvl2pPr marL="0" marR="0" indent="4572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2pPr>
      <a:lvl3pPr marL="0" marR="0" indent="9144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3pPr>
      <a:lvl4pPr marL="0" marR="0" indent="13716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4pPr>
      <a:lvl5pPr marL="0" marR="0" indent="18288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5pPr>
      <a:lvl6pPr marL="0" marR="0" indent="22860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6pPr>
      <a:lvl7pPr marL="0" marR="0" indent="27432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7pPr>
      <a:lvl8pPr marL="0" marR="0" indent="32004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8pPr>
      <a:lvl9pPr marL="0" marR="0" indent="36576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кэш2.psd" descr="кэш2.psd"/>
          <p:cNvPicPr>
            <a:picLocks noChangeAspect="1"/>
          </p:cNvPicPr>
          <p:nvPr/>
        </p:nvPicPr>
        <p:blipFill>
          <a:blip r:embed="rId2">
            <a:alphaModFix amt="94121"/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Изображение 5.jpg" descr="Изображение 5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3175">
            <a:miter lim="400000"/>
          </a:ln>
        </p:spPr>
      </p:pic>
      <p:sp>
        <p:nvSpPr>
          <p:cNvPr id="188" name="Проблема?"/>
          <p:cNvSpPr txBox="1"/>
          <p:nvPr>
            <p:ph type="title"/>
          </p:nvPr>
        </p:nvSpPr>
        <p:spPr>
          <a:xfrm>
            <a:off x="2024398" y="314379"/>
            <a:ext cx="9964464" cy="4000502"/>
          </a:xfrm>
          <a:prstGeom prst="rect">
            <a:avLst/>
          </a:prstGeom>
        </p:spPr>
        <p:txBody>
          <a:bodyPr/>
          <a:lstStyle>
            <a:lvl1pPr defTabSz="1126033">
              <a:defRPr spc="-640" sz="12804">
                <a:solidFill>
                  <a:srgbClr val="FFFFFF"/>
                </a:solidFill>
              </a:defRPr>
            </a:lvl1pPr>
          </a:lstStyle>
          <a:p>
            <a:pPr/>
            <a:r>
              <a:t>Проблема?</a:t>
            </a:r>
          </a:p>
        </p:txBody>
      </p:sp>
      <p:sp>
        <p:nvSpPr>
          <p:cNvPr id="189" name="1. Абстрактные цифры не мотивируют: Таблицы и сухие графики вызывают стресс и чувство вины, а не желание действовать.…"/>
          <p:cNvSpPr txBox="1"/>
          <p:nvPr>
            <p:ph type="body" sz="half" idx="1"/>
          </p:nvPr>
        </p:nvSpPr>
        <p:spPr>
          <a:xfrm>
            <a:off x="2124211" y="4057103"/>
            <a:ext cx="13592417" cy="5105223"/>
          </a:xfrm>
          <a:prstGeom prst="rect">
            <a:avLst/>
          </a:prstGeom>
        </p:spPr>
        <p:txBody>
          <a:bodyPr/>
          <a:lstStyle/>
          <a:p>
            <a:pPr defTabSz="479044">
              <a:spcBef>
                <a:spcPts val="2700"/>
              </a:spcBef>
              <a:defRPr cap="none" spc="0" sz="3116">
                <a:solidFill>
                  <a:srgbClr val="FFFFFF"/>
                </a:solidFill>
              </a:defRPr>
            </a:pPr>
            <a:r>
              <a:t>1.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Абстрактные цифры не мотивируют:</a:t>
            </a:r>
            <a:r>
              <a:t> Таблицы и сухие графики вызывают стресс и чувство вины, а не желание действовать.</a:t>
            </a:r>
          </a:p>
          <a:p>
            <a:pPr defTabSz="479044">
              <a:spcBef>
                <a:spcPts val="2700"/>
              </a:spcBef>
              <a:defRPr cap="none" spc="0" sz="3116">
                <a:solidFill>
                  <a:srgbClr val="FFFFFF"/>
                </a:solidFill>
              </a:defRPr>
            </a:pPr>
            <a:r>
              <a:t>2.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Рутина убивает привычку:</a:t>
            </a:r>
            <a:r>
              <a:t> 80% пользователей бросают вести бюджет через 1–2 месяца, потому что ручной учет воспринимается как скучная обязанность.</a:t>
            </a:r>
          </a:p>
          <a:p>
            <a:pPr defTabSz="479044">
              <a:spcBef>
                <a:spcPts val="2700"/>
              </a:spcBef>
              <a:defRPr cap="none" spc="0" sz="3116">
                <a:solidFill>
                  <a:srgbClr val="FFFFFF"/>
                </a:solidFill>
              </a:defRPr>
            </a:pPr>
            <a:r>
              <a:t>3.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Отсутствие мгновенной награды:</a:t>
            </a:r>
            <a:r>
              <a:t> Мозг не получает дофаминового отклика за сэкономленные деньги «здесь и сейчас», из-за чего импульсивные траты побеждают долгосрочные цели.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Изображение 13.jpg" descr="Изображение 13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942388" y="109974"/>
            <a:ext cx="18778264" cy="13233586"/>
          </a:xfrm>
          <a:prstGeom prst="rect">
            <a:avLst/>
          </a:prstGeom>
          <a:ln w="3175">
            <a:miter lim="400000"/>
          </a:ln>
        </p:spPr>
      </p:pic>
      <p:sp>
        <p:nvSpPr>
          <p:cNvPr id="192" name="Какова идея?"/>
          <p:cNvSpPr txBox="1"/>
          <p:nvPr>
            <p:ph type="title"/>
          </p:nvPr>
        </p:nvSpPr>
        <p:spPr>
          <a:xfrm>
            <a:off x="8436287" y="287495"/>
            <a:ext cx="12216334" cy="4000501"/>
          </a:xfrm>
          <a:prstGeom prst="rect">
            <a:avLst/>
          </a:prstGeom>
        </p:spPr>
        <p:txBody>
          <a:bodyPr/>
          <a:lstStyle>
            <a:lvl1pPr defTabSz="1102816">
              <a:defRPr spc="-627" sz="12540"/>
            </a:lvl1pPr>
          </a:lstStyle>
          <a:p>
            <a:pPr/>
            <a:r>
              <a:t>Какова идея?</a:t>
            </a:r>
          </a:p>
        </p:txBody>
      </p:sp>
      <p:sp>
        <p:nvSpPr>
          <p:cNvPr id="193" name="Источник вдохновения"/>
          <p:cNvSpPr txBox="1"/>
          <p:nvPr/>
        </p:nvSpPr>
        <p:spPr>
          <a:xfrm>
            <a:off x="8355635" y="982529"/>
            <a:ext cx="10518269" cy="6768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8100" tIns="38100" rIns="38100" bIns="38100" anchor="b">
            <a:normAutofit fontScale="100000" lnSpcReduction="0"/>
          </a:bodyPr>
          <a:lstStyle>
            <a:lvl1pPr defTabSz="615255">
              <a:lnSpc>
                <a:spcPct val="80000"/>
              </a:lnSpc>
              <a:spcBef>
                <a:spcPts val="0"/>
              </a:spcBef>
              <a:defRPr b="1" cap="all" spc="-169" sz="3391">
                <a:latin typeface="+mn-lt"/>
                <a:ea typeface="+mn-ea"/>
                <a:cs typeface="+mn-cs"/>
                <a:sym typeface="Avenir Next Regular"/>
              </a:defRPr>
            </a:lvl1pPr>
          </a:lstStyle>
          <a:p>
            <a:pPr/>
            <a:r>
              <a:t>Источник вдохновения</a:t>
            </a:r>
          </a:p>
        </p:txBody>
      </p:sp>
      <p:sp>
        <p:nvSpPr>
          <p:cNvPr id="194" name="Линия"/>
          <p:cNvSpPr/>
          <p:nvPr/>
        </p:nvSpPr>
        <p:spPr>
          <a:xfrm flipH="1" flipV="1">
            <a:off x="7450520" y="1090260"/>
            <a:ext cx="645398" cy="240202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38100" tIns="38100" rIns="38100" bIns="38100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Спасибо за внимание!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Спасибо за внимание!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Используемые технологии?"/>
          <p:cNvSpPr txBox="1"/>
          <p:nvPr>
            <p:ph type="title"/>
          </p:nvPr>
        </p:nvSpPr>
        <p:spPr>
          <a:xfrm>
            <a:off x="4019549" y="4521762"/>
            <a:ext cx="13208215" cy="4000501"/>
          </a:xfrm>
          <a:prstGeom prst="rect">
            <a:avLst/>
          </a:prstGeom>
        </p:spPr>
        <p:txBody>
          <a:bodyPr/>
          <a:lstStyle>
            <a:lvl1pPr defTabSz="1102816">
              <a:defRPr spc="-627" sz="12540"/>
            </a:lvl1pPr>
          </a:lstStyle>
          <a:p>
            <a:pPr/>
            <a:r>
              <a:t>Используемые технологии?</a:t>
            </a:r>
          </a:p>
        </p:txBody>
      </p:sp>
      <p:pic>
        <p:nvPicPr>
          <p:cNvPr id="199" name="Изображение 6.jpg" descr="Изображение 6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975798" y="1565971"/>
            <a:ext cx="2397126" cy="2397126"/>
          </a:xfrm>
          <a:prstGeom prst="rect">
            <a:avLst/>
          </a:prstGeom>
          <a:ln w="3175">
            <a:miter lim="400000"/>
          </a:ln>
        </p:spPr>
      </p:pic>
      <p:pic>
        <p:nvPicPr>
          <p:cNvPr id="200" name="Изображение 7.jpg" descr="Изображение 7.jp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044825" y="1086423"/>
            <a:ext cx="2873173" cy="2873173"/>
          </a:xfrm>
          <a:prstGeom prst="rect">
            <a:avLst/>
          </a:prstGeom>
          <a:ln w="3175">
            <a:miter lim="400000"/>
          </a:ln>
        </p:spPr>
      </p:pic>
      <p:pic>
        <p:nvPicPr>
          <p:cNvPr id="201" name="121405384-444d7300-c95d-11eb-959f-913020d3bf90.png" descr="121405384-444d7300-c95d-11eb-959f-913020d3bf90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1101761" y="9084429"/>
            <a:ext cx="3354067" cy="3167870"/>
          </a:xfrm>
          <a:prstGeom prst="rect">
            <a:avLst/>
          </a:prstGeom>
          <a:ln w="3175">
            <a:miter lim="400000"/>
          </a:ln>
        </p:spPr>
      </p:pic>
      <p:pic>
        <p:nvPicPr>
          <p:cNvPr id="202" name="63a052fce949ec8a415b213ad03077e8.png" descr="63a052fce949ec8a415b213ad03077e8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530211" y="9816116"/>
            <a:ext cx="5562803" cy="2781402"/>
          </a:xfrm>
          <a:prstGeom prst="rect">
            <a:avLst/>
          </a:prstGeom>
          <a:ln w="3175">
            <a:miter lim="400000"/>
          </a:ln>
        </p:spPr>
      </p:pic>
      <p:pic>
        <p:nvPicPr>
          <p:cNvPr id="203" name="Снимок экрана 2024-11-10 в 22.58.34.png" descr="Снимок экрана 2024-11-10 в 22.58.34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6360638" y="6730604"/>
            <a:ext cx="3454401" cy="4533901"/>
          </a:xfrm>
          <a:prstGeom prst="rect">
            <a:avLst/>
          </a:prstGeom>
          <a:ln w="3175">
            <a:miter lim="400000"/>
          </a:ln>
        </p:spPr>
      </p:pic>
      <p:pic>
        <p:nvPicPr>
          <p:cNvPr id="204" name="Изображение 8.jpg" descr="Изображение 8.jp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8614811" y="2987247"/>
            <a:ext cx="1912982" cy="1912983"/>
          </a:xfrm>
          <a:prstGeom prst="rect">
            <a:avLst/>
          </a:prstGeom>
          <a:ln w="3175">
            <a:miter lim="400000"/>
          </a:ln>
        </p:spPr>
      </p:pic>
      <p:pic>
        <p:nvPicPr>
          <p:cNvPr id="205" name="Изображение 9.jpg" descr="Изображение 9.jp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691816" y="8788703"/>
            <a:ext cx="2873173" cy="2873173"/>
          </a:xfrm>
          <a:prstGeom prst="rect">
            <a:avLst/>
          </a:prstGeom>
          <a:ln w="3175">
            <a:miter lim="400000"/>
          </a:ln>
        </p:spPr>
      </p:pic>
      <p:pic>
        <p:nvPicPr>
          <p:cNvPr id="206" name="Изображение 10.jpg" descr="Изображение 10.jpg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3862298" y="1089924"/>
            <a:ext cx="2873173" cy="2873173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7_Showcase">
  <a:themeElements>
    <a:clrScheme name="27_Showcas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599DFF"/>
      </a:accent1>
      <a:accent2>
        <a:srgbClr val="00D4D2"/>
      </a:accent2>
      <a:accent3>
        <a:srgbClr val="38E53A"/>
      </a:accent3>
      <a:accent4>
        <a:srgbClr val="FFFA00"/>
      </a:accent4>
      <a:accent5>
        <a:srgbClr val="FF7D74"/>
      </a:accent5>
      <a:accent6>
        <a:srgbClr val="FF80E9"/>
      </a:accent6>
      <a:hlink>
        <a:srgbClr val="0000FF"/>
      </a:hlink>
      <a:folHlink>
        <a:srgbClr val="FF00FF"/>
      </a:folHlink>
    </a:clrScheme>
    <a:fontScheme name="27_Showcase">
      <a:majorFont>
        <a:latin typeface="Avenir Next Regular"/>
        <a:ea typeface="Avenir Next Regular"/>
        <a:cs typeface="Avenir Next Regular"/>
      </a:majorFont>
      <a:minorFont>
        <a:latin typeface="Avenir Next Regular"/>
        <a:ea typeface="Avenir Next Regular"/>
        <a:cs typeface="Avenir Next Regular"/>
      </a:minorFont>
    </a:fontScheme>
    <a:fmtScheme name="27_Showca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 upright="0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-36" strike="noStrike" sz="18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Avenir Next Demi Bold"/>
            <a:ea typeface="Avenir Next Demi Bold"/>
            <a:cs typeface="Avenir Next Demi Bold"/>
            <a:sym typeface="Avenir Next D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889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 upright="0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33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venir Next Demi Bold"/>
            <a:ea typeface="Avenir Next Demi Bold"/>
            <a:cs typeface="Avenir Next Demi Bold"/>
            <a:sym typeface="Avenir Next D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7_Showcase">
  <a:themeElements>
    <a:clrScheme name="27_Showcas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599DFF"/>
      </a:accent1>
      <a:accent2>
        <a:srgbClr val="00D4D2"/>
      </a:accent2>
      <a:accent3>
        <a:srgbClr val="38E53A"/>
      </a:accent3>
      <a:accent4>
        <a:srgbClr val="FFFA00"/>
      </a:accent4>
      <a:accent5>
        <a:srgbClr val="FF7D74"/>
      </a:accent5>
      <a:accent6>
        <a:srgbClr val="FF80E9"/>
      </a:accent6>
      <a:hlink>
        <a:srgbClr val="0000FF"/>
      </a:hlink>
      <a:folHlink>
        <a:srgbClr val="FF00FF"/>
      </a:folHlink>
    </a:clrScheme>
    <a:fontScheme name="27_Showcase">
      <a:majorFont>
        <a:latin typeface="Avenir Next Regular"/>
        <a:ea typeface="Avenir Next Regular"/>
        <a:cs typeface="Avenir Next Regular"/>
      </a:majorFont>
      <a:minorFont>
        <a:latin typeface="Avenir Next Regular"/>
        <a:ea typeface="Avenir Next Regular"/>
        <a:cs typeface="Avenir Next Regular"/>
      </a:minorFont>
    </a:fontScheme>
    <a:fmtScheme name="27_Showca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 upright="0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-36" strike="noStrike" sz="18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Avenir Next Demi Bold"/>
            <a:ea typeface="Avenir Next Demi Bold"/>
            <a:cs typeface="Avenir Next Demi Bold"/>
            <a:sym typeface="Avenir Next D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889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 upright="0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33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venir Next Demi Bold"/>
            <a:ea typeface="Avenir Next Demi Bold"/>
            <a:cs typeface="Avenir Next Demi Bold"/>
            <a:sym typeface="Avenir Next D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