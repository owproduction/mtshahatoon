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59" r:id="rId1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3300"/>
      </a:spcBef>
      <a:spcAft>
        <a:spcPts val="0"/>
      </a:spcAft>
      <a:buClrTx/>
      <a:buSzTx/>
      <a:buFontTx/>
      <a:buNone/>
      <a:tabLst/>
      <a:defRPr kumimoji="0" sz="3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Demi Bold"/>
        <a:ea typeface="Avenir Next Demi Bold"/>
        <a:cs typeface="Avenir Next Demi Bold"/>
        <a:sym typeface="Avenir Next Demi Bold"/>
      </a:defRPr>
    </a:lvl1pPr>
    <a:lvl2pPr marL="0" marR="0" indent="457200" algn="l" defTabSz="584200" rtl="0" fontAlgn="auto" latinLnBrk="0" hangingPunct="0">
      <a:lnSpc>
        <a:spcPct val="100000"/>
      </a:lnSpc>
      <a:spcBef>
        <a:spcPts val="3300"/>
      </a:spcBef>
      <a:spcAft>
        <a:spcPts val="0"/>
      </a:spcAft>
      <a:buClrTx/>
      <a:buSzTx/>
      <a:buFontTx/>
      <a:buNone/>
      <a:tabLst/>
      <a:defRPr kumimoji="0" sz="3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Demi Bold"/>
        <a:ea typeface="Avenir Next Demi Bold"/>
        <a:cs typeface="Avenir Next Demi Bold"/>
        <a:sym typeface="Avenir Next Demi Bold"/>
      </a:defRPr>
    </a:lvl2pPr>
    <a:lvl3pPr marL="0" marR="0" indent="914400" algn="l" defTabSz="584200" rtl="0" fontAlgn="auto" latinLnBrk="0" hangingPunct="0">
      <a:lnSpc>
        <a:spcPct val="100000"/>
      </a:lnSpc>
      <a:spcBef>
        <a:spcPts val="3300"/>
      </a:spcBef>
      <a:spcAft>
        <a:spcPts val="0"/>
      </a:spcAft>
      <a:buClrTx/>
      <a:buSzTx/>
      <a:buFontTx/>
      <a:buNone/>
      <a:tabLst/>
      <a:defRPr kumimoji="0" sz="3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Demi Bold"/>
        <a:ea typeface="Avenir Next Demi Bold"/>
        <a:cs typeface="Avenir Next Demi Bold"/>
        <a:sym typeface="Avenir Next Demi Bold"/>
      </a:defRPr>
    </a:lvl3pPr>
    <a:lvl4pPr marL="0" marR="0" indent="1371600" algn="l" defTabSz="584200" rtl="0" fontAlgn="auto" latinLnBrk="0" hangingPunct="0">
      <a:lnSpc>
        <a:spcPct val="100000"/>
      </a:lnSpc>
      <a:spcBef>
        <a:spcPts val="3300"/>
      </a:spcBef>
      <a:spcAft>
        <a:spcPts val="0"/>
      </a:spcAft>
      <a:buClrTx/>
      <a:buSzTx/>
      <a:buFontTx/>
      <a:buNone/>
      <a:tabLst/>
      <a:defRPr kumimoji="0" sz="3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Demi Bold"/>
        <a:ea typeface="Avenir Next Demi Bold"/>
        <a:cs typeface="Avenir Next Demi Bold"/>
        <a:sym typeface="Avenir Next Demi Bold"/>
      </a:defRPr>
    </a:lvl4pPr>
    <a:lvl5pPr marL="0" marR="0" indent="1828800" algn="l" defTabSz="584200" rtl="0" fontAlgn="auto" latinLnBrk="0" hangingPunct="0">
      <a:lnSpc>
        <a:spcPct val="100000"/>
      </a:lnSpc>
      <a:spcBef>
        <a:spcPts val="3300"/>
      </a:spcBef>
      <a:spcAft>
        <a:spcPts val="0"/>
      </a:spcAft>
      <a:buClrTx/>
      <a:buSzTx/>
      <a:buFontTx/>
      <a:buNone/>
      <a:tabLst/>
      <a:defRPr kumimoji="0" sz="3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Demi Bold"/>
        <a:ea typeface="Avenir Next Demi Bold"/>
        <a:cs typeface="Avenir Next Demi Bold"/>
        <a:sym typeface="Avenir Next Demi Bold"/>
      </a:defRPr>
    </a:lvl5pPr>
    <a:lvl6pPr marL="0" marR="0" indent="2286000" algn="l" defTabSz="584200" rtl="0" fontAlgn="auto" latinLnBrk="0" hangingPunct="0">
      <a:lnSpc>
        <a:spcPct val="100000"/>
      </a:lnSpc>
      <a:spcBef>
        <a:spcPts val="3300"/>
      </a:spcBef>
      <a:spcAft>
        <a:spcPts val="0"/>
      </a:spcAft>
      <a:buClrTx/>
      <a:buSzTx/>
      <a:buFontTx/>
      <a:buNone/>
      <a:tabLst/>
      <a:defRPr kumimoji="0" sz="3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Demi Bold"/>
        <a:ea typeface="Avenir Next Demi Bold"/>
        <a:cs typeface="Avenir Next Demi Bold"/>
        <a:sym typeface="Avenir Next Demi Bold"/>
      </a:defRPr>
    </a:lvl6pPr>
    <a:lvl7pPr marL="0" marR="0" indent="2743200" algn="l" defTabSz="584200" rtl="0" fontAlgn="auto" latinLnBrk="0" hangingPunct="0">
      <a:lnSpc>
        <a:spcPct val="100000"/>
      </a:lnSpc>
      <a:spcBef>
        <a:spcPts val="3300"/>
      </a:spcBef>
      <a:spcAft>
        <a:spcPts val="0"/>
      </a:spcAft>
      <a:buClrTx/>
      <a:buSzTx/>
      <a:buFontTx/>
      <a:buNone/>
      <a:tabLst/>
      <a:defRPr kumimoji="0" sz="3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Demi Bold"/>
        <a:ea typeface="Avenir Next Demi Bold"/>
        <a:cs typeface="Avenir Next Demi Bold"/>
        <a:sym typeface="Avenir Next Demi Bold"/>
      </a:defRPr>
    </a:lvl7pPr>
    <a:lvl8pPr marL="0" marR="0" indent="3200400" algn="l" defTabSz="584200" rtl="0" fontAlgn="auto" latinLnBrk="0" hangingPunct="0">
      <a:lnSpc>
        <a:spcPct val="100000"/>
      </a:lnSpc>
      <a:spcBef>
        <a:spcPts val="3300"/>
      </a:spcBef>
      <a:spcAft>
        <a:spcPts val="0"/>
      </a:spcAft>
      <a:buClrTx/>
      <a:buSzTx/>
      <a:buFontTx/>
      <a:buNone/>
      <a:tabLst/>
      <a:defRPr kumimoji="0" sz="3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Demi Bold"/>
        <a:ea typeface="Avenir Next Demi Bold"/>
        <a:cs typeface="Avenir Next Demi Bold"/>
        <a:sym typeface="Avenir Next Demi Bold"/>
      </a:defRPr>
    </a:lvl8pPr>
    <a:lvl9pPr marL="0" marR="0" indent="3657600" algn="l" defTabSz="584200" rtl="0" fontAlgn="auto" latinLnBrk="0" hangingPunct="0">
      <a:lnSpc>
        <a:spcPct val="100000"/>
      </a:lnSpc>
      <a:spcBef>
        <a:spcPts val="3300"/>
      </a:spcBef>
      <a:spcAft>
        <a:spcPts val="0"/>
      </a:spcAft>
      <a:buClrTx/>
      <a:buSzTx/>
      <a:buFontTx/>
      <a:buNone/>
      <a:tabLst/>
      <a:defRPr kumimoji="0" sz="3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Demi Bold"/>
        <a:ea typeface="Avenir Next Demi Bold"/>
        <a:cs typeface="Avenir Next Demi Bold"/>
        <a:sym typeface="Avenir Next Demi Bold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EFA07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838383"/>
              </a:solidFill>
              <a:prstDash val="solid"/>
              <a:miter lim="400000"/>
            </a:ln>
          </a:left>
          <a:right>
            <a:ln w="3175" cap="flat">
              <a:solidFill>
                <a:srgbClr val="838383"/>
              </a:solidFill>
              <a:prstDash val="solid"/>
              <a:miter lim="400000"/>
            </a:ln>
          </a:right>
          <a:top>
            <a:ln w="3175" cap="flat">
              <a:solidFill>
                <a:srgbClr val="838383"/>
              </a:solidFill>
              <a:prstDash val="solid"/>
              <a:miter lim="400000"/>
            </a:ln>
          </a:top>
          <a:bottom>
            <a:ln w="3175" cap="flat">
              <a:solidFill>
                <a:srgbClr val="838383"/>
              </a:solidFill>
              <a:prstDash val="solid"/>
              <a:miter lim="400000"/>
            </a:ln>
          </a:bottom>
          <a:insideH>
            <a:ln w="3175" cap="flat">
              <a:solidFill>
                <a:srgbClr val="838383"/>
              </a:solidFill>
              <a:prstDash val="solid"/>
              <a:miter lim="400000"/>
            </a:ln>
          </a:insideH>
          <a:insideV>
            <a:ln w="3175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3175" cap="flat">
              <a:solidFill>
                <a:srgbClr val="808080"/>
              </a:solidFill>
              <a:prstDash val="solid"/>
              <a:miter lim="400000"/>
            </a:ln>
          </a:top>
          <a:bottom>
            <a:ln w="3175" cap="flat">
              <a:solidFill>
                <a:srgbClr val="808080"/>
              </a:solidFill>
              <a:prstDash val="solid"/>
              <a:miter lim="400000"/>
            </a:ln>
          </a:bottom>
          <a:insideH>
            <a:ln w="3175" cap="flat">
              <a:solidFill>
                <a:srgbClr val="808080"/>
              </a:solidFill>
              <a:prstDash val="solid"/>
              <a:miter lim="400000"/>
            </a:ln>
          </a:insideH>
          <a:insideV>
            <a:ln w="3175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4D4D4D"/>
              </a:solidFill>
              <a:prstDash val="solid"/>
              <a:miter lim="400000"/>
            </a:ln>
          </a:right>
          <a:top>
            <a:ln w="3175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4D4D4D"/>
              </a:solidFill>
              <a:prstDash val="solid"/>
              <a:miter lim="400000"/>
            </a:ln>
          </a:insideH>
          <a:insideV>
            <a:ln w="3175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3712597"/>
              <a:satOff val="-23099"/>
              <a:lumOff val="5802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9BCEF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5E5E5E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2871FF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D1F6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E7FE9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wholeTbl>
    <a:band2H>
      <a:tcTxStyle/>
      <a:tcStyle>
        <a:tcBdr/>
        <a:fill>
          <a:solidFill>
            <a:srgbClr val="EAEAEA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929292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92929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5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3" name="Shape 18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	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5352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презентации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Заголовок презентации</a:t>
            </a:r>
          </a:p>
        </p:txBody>
      </p:sp>
      <p:sp>
        <p:nvSpPr>
          <p:cNvPr id="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Подзаголовок презентации 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 фото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Улыбающийся человек в солнцезащитных очках и жёлтой кофте стоит перед ярко-голубой стеной"/>
          <p:cNvSpPr>
            <a:spLocks noGrp="1"/>
          </p:cNvSpPr>
          <p:nvPr>
            <p:ph type="pic" idx="21"/>
          </p:nvPr>
        </p:nvSpPr>
        <p:spPr>
          <a:xfrm>
            <a:off x="2533649" y="-2895601"/>
            <a:ext cx="25650827" cy="1506748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1" name="Заголовок презентации"/>
          <p:cNvSpPr txBox="1">
            <a:spLocks noGrp="1"/>
          </p:cNvSpPr>
          <p:nvPr>
            <p:ph type="title" hasCustomPrompt="1"/>
          </p:nvPr>
        </p:nvSpPr>
        <p:spPr>
          <a:xfrm>
            <a:off x="4019549" y="5003006"/>
            <a:ext cx="16402052" cy="3524251"/>
          </a:xfrm>
          <a:prstGeom prst="rect">
            <a:avLst/>
          </a:prstGeom>
        </p:spPr>
        <p:txBody>
          <a:bodyPr/>
          <a:lstStyle/>
          <a:p>
            <a:r>
              <a:t>Заголовок презентации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19549" y="8666082"/>
            <a:ext cx="16402052" cy="1067036"/>
          </a:xfrm>
          <a:prstGeom prst="rect">
            <a:avLst/>
          </a:prstGeom>
        </p:spPr>
        <p:txBody>
          <a:bodyPr/>
          <a:lstStyle/>
          <a:p>
            <a:r>
              <a:t>Подзаголовок презентации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20690014" y="11396345"/>
            <a:ext cx="324613" cy="355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 фото (вариант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Вид сбоку на человека в жёлтой куртке с капюшоном на фоне жёлтых ставней"/>
          <p:cNvSpPr>
            <a:spLocks noGrp="1"/>
          </p:cNvSpPr>
          <p:nvPr>
            <p:ph type="pic" idx="21"/>
          </p:nvPr>
        </p:nvSpPr>
        <p:spPr>
          <a:xfrm>
            <a:off x="9739547" y="1714499"/>
            <a:ext cx="15430500" cy="10287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1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4019549" y="4521762"/>
            <a:ext cx="8582027" cy="4000501"/>
          </a:xfrm>
          <a:prstGeom prst="rect">
            <a:avLst/>
          </a:prstGeom>
        </p:spPr>
        <p:txBody>
          <a:bodyPr/>
          <a:lstStyle/>
          <a:p>
            <a:r>
              <a:t>Заголовок слайда</a:t>
            </a:r>
          </a:p>
        </p:txBody>
      </p:sp>
      <p:sp>
        <p:nvSpPr>
          <p:cNvPr id="3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19549" y="8667750"/>
            <a:ext cx="8582027" cy="2381251"/>
          </a:xfrm>
          <a:prstGeom prst="rect">
            <a:avLst/>
          </a:prstGeom>
        </p:spPr>
        <p:txBody>
          <a:bodyPr/>
          <a:lstStyle/>
          <a:p>
            <a:r>
              <a:t>Подзаголовок слайда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3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20690014" y="11396345"/>
            <a:ext cx="324613" cy="355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пункты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Автор и дата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019549" y="11431413"/>
            <a:ext cx="16402053" cy="321946"/>
          </a:xfrm>
          <a:prstGeom prst="rect">
            <a:avLst/>
          </a:prstGeom>
        </p:spPr>
        <p:txBody>
          <a:bodyPr/>
          <a:lstStyle>
            <a:lvl1pPr defTabSz="467360">
              <a:spcBef>
                <a:spcPts val="2500"/>
              </a:spcBef>
              <a:defRPr sz="1440" spc="-43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t>Автор и дата</a:t>
            </a:r>
          </a:p>
        </p:txBody>
      </p:sp>
      <p:sp>
        <p:nvSpPr>
          <p:cNvPr id="41" name="Подзаголовок слайда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019549" y="4372091"/>
            <a:ext cx="16402053" cy="520542"/>
          </a:xfrm>
          <a:prstGeom prst="rect">
            <a:avLst/>
          </a:prstGeom>
        </p:spPr>
        <p:txBody>
          <a:bodyPr/>
          <a:lstStyle>
            <a:lvl1pPr defTabSz="473202">
              <a:defRPr sz="2592" spc="-77"/>
            </a:lvl1pPr>
          </a:lstStyle>
          <a:p>
            <a:r>
              <a:t>Подзаголовок слайда</a:t>
            </a:r>
          </a:p>
        </p:txBody>
      </p:sp>
      <p:sp>
        <p:nvSpPr>
          <p:cNvPr id="42" name="Прямоугольник"/>
          <p:cNvSpPr/>
          <p:nvPr/>
        </p:nvSpPr>
        <p:spPr>
          <a:xfrm>
            <a:off x="3047999" y="2457412"/>
            <a:ext cx="18288003" cy="209551"/>
          </a:xfrm>
          <a:prstGeom prst="rect">
            <a:avLst/>
          </a:prstGeom>
          <a:solidFill>
            <a:schemeClr val="accent4"/>
          </a:solidFill>
          <a:ln w="3175">
            <a:miter lim="400000"/>
          </a:ln>
        </p:spPr>
        <p:txBody>
          <a:bodyPr lIns="38100" tIns="38100" rIns="38100" bIns="38100" anchor="ctr"/>
          <a:lstStyle/>
          <a:p>
            <a:pPr algn="ctr" defTabSz="821531">
              <a:defRPr sz="1800" spc="-36"/>
            </a:pPr>
            <a:endParaRPr/>
          </a:p>
        </p:txBody>
      </p:sp>
      <p:sp>
        <p:nvSpPr>
          <p:cNvPr id="43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4019549" y="2930022"/>
            <a:ext cx="16402053" cy="1333790"/>
          </a:xfrm>
          <a:prstGeom prst="rect">
            <a:avLst/>
          </a:prstGeom>
        </p:spPr>
        <p:txBody>
          <a:bodyPr anchor="t"/>
          <a:lstStyle>
            <a:lvl1pPr defTabSz="584200">
              <a:defRPr sz="9800" spc="-391"/>
            </a:lvl1pPr>
          </a:lstStyle>
          <a:p>
            <a:r>
              <a:t>Заголовок слайда</a:t>
            </a:r>
          </a:p>
        </p:txBody>
      </p:sp>
      <p:sp>
        <p:nvSpPr>
          <p:cNvPr id="44" name="Уровень текста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019549" y="5667375"/>
            <a:ext cx="16402053" cy="5353051"/>
          </a:xfrm>
          <a:prstGeom prst="rect">
            <a:avLst/>
          </a:prstGeom>
        </p:spPr>
        <p:txBody>
          <a:bodyPr/>
          <a:lstStyle>
            <a:lvl1pPr>
              <a:spcBef>
                <a:spcPts val="3300"/>
              </a:spcBef>
              <a:defRPr sz="3800" cap="none" spc="0"/>
            </a:lvl1pPr>
            <a:lvl2pPr>
              <a:spcBef>
                <a:spcPts val="3300"/>
              </a:spcBef>
              <a:defRPr sz="3800" cap="none" spc="0"/>
            </a:lvl2pPr>
            <a:lvl3pPr>
              <a:spcBef>
                <a:spcPts val="3300"/>
              </a:spcBef>
              <a:defRPr sz="3800" cap="none" spc="0"/>
            </a:lvl3pPr>
            <a:lvl4pPr>
              <a:spcBef>
                <a:spcPts val="3300"/>
              </a:spcBef>
              <a:defRPr sz="3800" cap="none" spc="0"/>
            </a:lvl4pPr>
            <a:lvl5pPr>
              <a:spcBef>
                <a:spcPts val="3300"/>
              </a:spcBef>
              <a:defRPr sz="3800" cap="none" spc="0"/>
            </a:lvl5pPr>
          </a:lstStyle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20690014" y="11397759"/>
            <a:ext cx="324613" cy="3556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нкты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Автор и дата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019549" y="11431413"/>
            <a:ext cx="16402053" cy="321946"/>
          </a:xfrm>
          <a:prstGeom prst="rect">
            <a:avLst/>
          </a:prstGeom>
        </p:spPr>
        <p:txBody>
          <a:bodyPr/>
          <a:lstStyle>
            <a:lvl1pPr defTabSz="467360">
              <a:spcBef>
                <a:spcPts val="2500"/>
              </a:spcBef>
              <a:defRPr sz="1440" spc="-43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t>Автор и дата</a:t>
            </a:r>
          </a:p>
        </p:txBody>
      </p:sp>
      <p:sp>
        <p:nvSpPr>
          <p:cNvPr id="53" name="Уровень текста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019549" y="5667375"/>
            <a:ext cx="16402053" cy="5351488"/>
          </a:xfrm>
          <a:prstGeom prst="rect">
            <a:avLst/>
          </a:prstGeom>
        </p:spPr>
        <p:txBody>
          <a:bodyPr numCol="2" spcCol="820102"/>
          <a:lstStyle>
            <a:lvl1pPr>
              <a:spcBef>
                <a:spcPts val="3300"/>
              </a:spcBef>
              <a:defRPr sz="3800" cap="none" spc="0"/>
            </a:lvl1pPr>
            <a:lvl2pPr>
              <a:spcBef>
                <a:spcPts val="3300"/>
              </a:spcBef>
              <a:defRPr sz="3800" cap="none" spc="0"/>
            </a:lvl2pPr>
            <a:lvl3pPr>
              <a:spcBef>
                <a:spcPts val="3300"/>
              </a:spcBef>
              <a:defRPr sz="3800" cap="none" spc="0"/>
            </a:lvl3pPr>
            <a:lvl4pPr>
              <a:spcBef>
                <a:spcPts val="3300"/>
              </a:spcBef>
              <a:defRPr sz="3800" cap="none" spc="0"/>
            </a:lvl4pPr>
            <a:lvl5pPr>
              <a:spcBef>
                <a:spcPts val="3300"/>
              </a:spcBef>
              <a:defRPr sz="3800" cap="none" spc="0"/>
            </a:lvl5pPr>
          </a:lstStyle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4" name="Прямоугольник"/>
          <p:cNvSpPr/>
          <p:nvPr/>
        </p:nvSpPr>
        <p:spPr>
          <a:xfrm>
            <a:off x="3047999" y="2457412"/>
            <a:ext cx="18288003" cy="209551"/>
          </a:xfrm>
          <a:prstGeom prst="rect">
            <a:avLst/>
          </a:prstGeom>
          <a:solidFill>
            <a:schemeClr val="accent4"/>
          </a:solidFill>
          <a:ln w="3175">
            <a:miter lim="400000"/>
          </a:ln>
        </p:spPr>
        <p:txBody>
          <a:bodyPr lIns="38100" tIns="38100" rIns="38100" bIns="38100" anchor="ctr"/>
          <a:lstStyle/>
          <a:p>
            <a:pPr algn="ctr" defTabSz="821531">
              <a:defRPr sz="1800" spc="-36"/>
            </a:pPr>
            <a:endParaRPr/>
          </a:p>
        </p:txBody>
      </p:sp>
      <p:sp>
        <p:nvSpPr>
          <p:cNvPr id="5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, пункты и фото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Улыбающийся человек в синей кофте перед синей стеной"/>
          <p:cNvSpPr>
            <a:spLocks noGrp="1"/>
          </p:cNvSpPr>
          <p:nvPr>
            <p:ph type="pic" idx="21"/>
          </p:nvPr>
        </p:nvSpPr>
        <p:spPr>
          <a:xfrm>
            <a:off x="10725367" y="1714499"/>
            <a:ext cx="15421096" cy="10287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19549" y="5657850"/>
            <a:ext cx="8582027" cy="5164932"/>
          </a:xfrm>
          <a:prstGeom prst="rect">
            <a:avLst/>
          </a:prstGeom>
        </p:spPr>
        <p:txBody>
          <a:bodyPr/>
          <a:lstStyle>
            <a:lvl1pPr>
              <a:spcBef>
                <a:spcPts val="3300"/>
              </a:spcBef>
              <a:defRPr sz="3800" cap="none" spc="0"/>
            </a:lvl1pPr>
            <a:lvl2pPr>
              <a:spcBef>
                <a:spcPts val="3300"/>
              </a:spcBef>
              <a:defRPr sz="3800" cap="none" spc="0"/>
            </a:lvl2pPr>
            <a:lvl3pPr>
              <a:spcBef>
                <a:spcPts val="3300"/>
              </a:spcBef>
              <a:defRPr sz="3800" cap="none" spc="0"/>
            </a:lvl3pPr>
            <a:lvl4pPr>
              <a:spcBef>
                <a:spcPts val="3300"/>
              </a:spcBef>
              <a:defRPr sz="3800" cap="none" spc="0"/>
            </a:lvl4pPr>
            <a:lvl5pPr>
              <a:spcBef>
                <a:spcPts val="3300"/>
              </a:spcBef>
              <a:defRPr sz="3800" cap="none" spc="0"/>
            </a:lvl5pPr>
          </a:lstStyle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Прямоугольник"/>
          <p:cNvSpPr/>
          <p:nvPr/>
        </p:nvSpPr>
        <p:spPr>
          <a:xfrm>
            <a:off x="3047999" y="2457412"/>
            <a:ext cx="9403793" cy="209551"/>
          </a:xfrm>
          <a:prstGeom prst="rect">
            <a:avLst/>
          </a:prstGeom>
          <a:solidFill>
            <a:schemeClr val="accent4"/>
          </a:solidFill>
          <a:ln w="3175">
            <a:miter lim="400000"/>
          </a:ln>
        </p:spPr>
        <p:txBody>
          <a:bodyPr lIns="38100" tIns="38100" rIns="38100" bIns="38100" anchor="ctr"/>
          <a:lstStyle/>
          <a:p>
            <a:pPr algn="ctr" defTabSz="821531">
              <a:defRPr sz="1800" spc="-36"/>
            </a:pPr>
            <a:endParaRPr/>
          </a:p>
        </p:txBody>
      </p:sp>
      <p:sp>
        <p:nvSpPr>
          <p:cNvPr id="65" name="Автор и дата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019549" y="11431413"/>
            <a:ext cx="8582027" cy="321946"/>
          </a:xfrm>
          <a:prstGeom prst="rect">
            <a:avLst/>
          </a:prstGeom>
        </p:spPr>
        <p:txBody>
          <a:bodyPr/>
          <a:lstStyle>
            <a:lvl1pPr defTabSz="467360">
              <a:spcBef>
                <a:spcPts val="2500"/>
              </a:spcBef>
              <a:defRPr sz="1440" spc="-43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t>Автор и дата</a:t>
            </a:r>
          </a:p>
        </p:txBody>
      </p:sp>
      <p:sp>
        <p:nvSpPr>
          <p:cNvPr id="66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4019549" y="2933699"/>
            <a:ext cx="8582027" cy="1850233"/>
          </a:xfrm>
          <a:prstGeom prst="rect">
            <a:avLst/>
          </a:prstGeom>
        </p:spPr>
        <p:txBody>
          <a:bodyPr anchor="t"/>
          <a:lstStyle>
            <a:lvl1pPr defTabSz="584200">
              <a:defRPr sz="9800" spc="-391"/>
            </a:lvl1pPr>
          </a:lstStyle>
          <a:p>
            <a:r>
              <a:t>Заголовок слайда</a:t>
            </a:r>
          </a:p>
        </p:txBody>
      </p:sp>
      <p:sp>
        <p:nvSpPr>
          <p:cNvPr id="67" name="Подзаголовок слайда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4019549" y="4783931"/>
            <a:ext cx="8582027" cy="508779"/>
          </a:xfrm>
          <a:prstGeom prst="rect">
            <a:avLst/>
          </a:prstGeom>
        </p:spPr>
        <p:txBody>
          <a:bodyPr/>
          <a:lstStyle>
            <a:lvl1pPr defTabSz="461518">
              <a:defRPr sz="2528" spc="-75"/>
            </a:lvl1pPr>
          </a:lstStyle>
          <a:p>
            <a:r>
              <a:t>Подзаголовок слайда</a:t>
            </a:r>
          </a:p>
        </p:txBody>
      </p:sp>
      <p:sp>
        <p:nvSpPr>
          <p:cNvPr id="6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, пункты, видео — мелко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19549" y="5657850"/>
            <a:ext cx="8582027" cy="5164932"/>
          </a:xfrm>
          <a:prstGeom prst="rect">
            <a:avLst/>
          </a:prstGeom>
        </p:spPr>
        <p:txBody>
          <a:bodyPr/>
          <a:lstStyle>
            <a:lvl1pPr>
              <a:spcBef>
                <a:spcPts val="3300"/>
              </a:spcBef>
              <a:defRPr sz="3800" cap="none" spc="0"/>
            </a:lvl1pPr>
            <a:lvl2pPr>
              <a:spcBef>
                <a:spcPts val="3300"/>
              </a:spcBef>
              <a:defRPr sz="3800" cap="none" spc="0"/>
            </a:lvl2pPr>
            <a:lvl3pPr>
              <a:spcBef>
                <a:spcPts val="3300"/>
              </a:spcBef>
              <a:defRPr sz="3800" cap="none" spc="0"/>
            </a:lvl3pPr>
            <a:lvl4pPr>
              <a:spcBef>
                <a:spcPts val="3300"/>
              </a:spcBef>
              <a:defRPr sz="3800" cap="none" spc="0"/>
            </a:lvl4pPr>
            <a:lvl5pPr>
              <a:spcBef>
                <a:spcPts val="3300"/>
              </a:spcBef>
              <a:defRPr sz="3800" cap="none" spc="0"/>
            </a:lvl5pPr>
          </a:lstStyle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6" name="Прямоугольник"/>
          <p:cNvSpPr/>
          <p:nvPr/>
        </p:nvSpPr>
        <p:spPr>
          <a:xfrm>
            <a:off x="3047999" y="2457412"/>
            <a:ext cx="18288003" cy="209551"/>
          </a:xfrm>
          <a:prstGeom prst="rect">
            <a:avLst/>
          </a:prstGeom>
          <a:solidFill>
            <a:schemeClr val="accent4"/>
          </a:solidFill>
          <a:ln w="3175">
            <a:miter lim="400000"/>
          </a:ln>
        </p:spPr>
        <p:txBody>
          <a:bodyPr lIns="38100" tIns="38100" rIns="38100" bIns="38100" anchor="ctr"/>
          <a:lstStyle/>
          <a:p>
            <a:pPr algn="ctr" defTabSz="821531">
              <a:defRPr sz="1800" spc="-36"/>
            </a:pPr>
            <a:endParaRPr/>
          </a:p>
        </p:txBody>
      </p:sp>
      <p:sp>
        <p:nvSpPr>
          <p:cNvPr id="77" name="Автор и дата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019549" y="11431413"/>
            <a:ext cx="8582027" cy="321946"/>
          </a:xfrm>
          <a:prstGeom prst="rect">
            <a:avLst/>
          </a:prstGeom>
        </p:spPr>
        <p:txBody>
          <a:bodyPr/>
          <a:lstStyle>
            <a:lvl1pPr defTabSz="467360">
              <a:spcBef>
                <a:spcPts val="2500"/>
              </a:spcBef>
              <a:defRPr sz="1440" spc="-43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t>Автор и дата</a:t>
            </a:r>
          </a:p>
        </p:txBody>
      </p:sp>
      <p:sp>
        <p:nvSpPr>
          <p:cNvPr id="78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4019549" y="2933699"/>
            <a:ext cx="8582027" cy="1850233"/>
          </a:xfrm>
          <a:prstGeom prst="rect">
            <a:avLst/>
          </a:prstGeom>
        </p:spPr>
        <p:txBody>
          <a:bodyPr anchor="t"/>
          <a:lstStyle>
            <a:lvl1pPr defTabSz="584200">
              <a:defRPr sz="9800" spc="-391"/>
            </a:lvl1pPr>
          </a:lstStyle>
          <a:p>
            <a:r>
              <a:t>Заголовок слайда</a:t>
            </a:r>
          </a:p>
        </p:txBody>
      </p:sp>
      <p:sp>
        <p:nvSpPr>
          <p:cNvPr id="79" name="Подзаголовок слайда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019549" y="4783931"/>
            <a:ext cx="8582027" cy="508779"/>
          </a:xfrm>
          <a:prstGeom prst="rect">
            <a:avLst/>
          </a:prstGeom>
        </p:spPr>
        <p:txBody>
          <a:bodyPr/>
          <a:lstStyle>
            <a:lvl1pPr defTabSz="461518">
              <a:defRPr sz="2528" spc="-75"/>
            </a:lvl1pPr>
          </a:lstStyle>
          <a:p>
            <a:r>
              <a:t>Подзаголовок слайда</a:t>
            </a:r>
          </a:p>
        </p:txBody>
      </p:sp>
      <p:sp>
        <p:nvSpPr>
          <p:cNvPr id="8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, пункты и видеотрансляция — крупно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19549" y="5657850"/>
            <a:ext cx="8582027" cy="5164932"/>
          </a:xfrm>
          <a:prstGeom prst="rect">
            <a:avLst/>
          </a:prstGeom>
        </p:spPr>
        <p:txBody>
          <a:bodyPr/>
          <a:lstStyle>
            <a:lvl1pPr>
              <a:spcBef>
                <a:spcPts val="3300"/>
              </a:spcBef>
              <a:defRPr sz="3800" cap="none" spc="0"/>
            </a:lvl1pPr>
            <a:lvl2pPr>
              <a:spcBef>
                <a:spcPts val="3300"/>
              </a:spcBef>
              <a:defRPr sz="3800" cap="none" spc="0"/>
            </a:lvl2pPr>
            <a:lvl3pPr>
              <a:spcBef>
                <a:spcPts val="3300"/>
              </a:spcBef>
              <a:defRPr sz="3800" cap="none" spc="0"/>
            </a:lvl3pPr>
            <a:lvl4pPr>
              <a:spcBef>
                <a:spcPts val="3300"/>
              </a:spcBef>
              <a:defRPr sz="3800" cap="none" spc="0"/>
            </a:lvl4pPr>
            <a:lvl5pPr>
              <a:spcBef>
                <a:spcPts val="3300"/>
              </a:spcBef>
              <a:defRPr sz="3800" cap="none" spc="0"/>
            </a:lvl5pPr>
          </a:lstStyle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8" name="Прямоугольник"/>
          <p:cNvSpPr/>
          <p:nvPr/>
        </p:nvSpPr>
        <p:spPr>
          <a:xfrm>
            <a:off x="3047999" y="2457412"/>
            <a:ext cx="9403793" cy="209551"/>
          </a:xfrm>
          <a:prstGeom prst="rect">
            <a:avLst/>
          </a:prstGeom>
          <a:solidFill>
            <a:schemeClr val="accent4"/>
          </a:solidFill>
          <a:ln w="3175">
            <a:miter lim="400000"/>
          </a:ln>
        </p:spPr>
        <p:txBody>
          <a:bodyPr lIns="38100" tIns="38100" rIns="38100" bIns="38100" anchor="ctr"/>
          <a:lstStyle/>
          <a:p>
            <a:pPr algn="ctr" defTabSz="821531">
              <a:defRPr sz="1800" spc="-36"/>
            </a:pPr>
            <a:endParaRPr/>
          </a:p>
        </p:txBody>
      </p:sp>
      <p:sp>
        <p:nvSpPr>
          <p:cNvPr id="89" name="Автор и дата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019549" y="11431413"/>
            <a:ext cx="8582027" cy="321946"/>
          </a:xfrm>
          <a:prstGeom prst="rect">
            <a:avLst/>
          </a:prstGeom>
        </p:spPr>
        <p:txBody>
          <a:bodyPr/>
          <a:lstStyle>
            <a:lvl1pPr defTabSz="467360">
              <a:spcBef>
                <a:spcPts val="2500"/>
              </a:spcBef>
              <a:defRPr sz="1440" spc="-43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t>Автор и дата</a:t>
            </a:r>
          </a:p>
        </p:txBody>
      </p:sp>
      <p:sp>
        <p:nvSpPr>
          <p:cNvPr id="90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4019549" y="2933699"/>
            <a:ext cx="8582027" cy="1850233"/>
          </a:xfrm>
          <a:prstGeom prst="rect">
            <a:avLst/>
          </a:prstGeom>
        </p:spPr>
        <p:txBody>
          <a:bodyPr anchor="t"/>
          <a:lstStyle>
            <a:lvl1pPr defTabSz="584200">
              <a:defRPr sz="9800" spc="-391"/>
            </a:lvl1pPr>
          </a:lstStyle>
          <a:p>
            <a:r>
              <a:t>Заголовок слайда</a:t>
            </a:r>
          </a:p>
        </p:txBody>
      </p:sp>
      <p:sp>
        <p:nvSpPr>
          <p:cNvPr id="91" name="Подзаголовок слайда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019549" y="4783931"/>
            <a:ext cx="8582027" cy="508779"/>
          </a:xfrm>
          <a:prstGeom prst="rect">
            <a:avLst/>
          </a:prstGeom>
        </p:spPr>
        <p:txBody>
          <a:bodyPr/>
          <a:lstStyle>
            <a:lvl1pPr defTabSz="461518">
              <a:defRPr sz="2528" spc="-75"/>
            </a:lvl1pPr>
          </a:lstStyle>
          <a:p>
            <a:r>
              <a:t>Подзаголовок слайда</a:t>
            </a:r>
          </a:p>
        </p:txBody>
      </p:sp>
      <p:sp>
        <p:nvSpPr>
          <p:cNvPr id="9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Раздел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Заголовок раздела"/>
          <p:cNvSpPr txBox="1">
            <a:spLocks noGrp="1"/>
          </p:cNvSpPr>
          <p:nvPr>
            <p:ph type="title" hasCustomPrompt="1"/>
          </p:nvPr>
        </p:nvSpPr>
        <p:spPr>
          <a:xfrm>
            <a:off x="4019549" y="5767806"/>
            <a:ext cx="16402053" cy="2161339"/>
          </a:xfrm>
          <a:prstGeom prst="rect">
            <a:avLst/>
          </a:prstGeom>
        </p:spPr>
        <p:txBody>
          <a:bodyPr anchor="ctr"/>
          <a:lstStyle>
            <a:lvl1pPr defTabSz="825500">
              <a:defRPr sz="10000" spc="-400"/>
            </a:lvl1pPr>
          </a:lstStyle>
          <a:p>
            <a:r>
              <a:t>Заголовок раздела</a:t>
            </a:r>
          </a:p>
        </p:txBody>
      </p:sp>
      <p:sp>
        <p:nvSpPr>
          <p:cNvPr id="10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олько заголовок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Автор и дата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019549" y="11431413"/>
            <a:ext cx="16402053" cy="321946"/>
          </a:xfrm>
          <a:prstGeom prst="rect">
            <a:avLst/>
          </a:prstGeom>
        </p:spPr>
        <p:txBody>
          <a:bodyPr/>
          <a:lstStyle>
            <a:lvl1pPr defTabSz="467360">
              <a:spcBef>
                <a:spcPts val="2500"/>
              </a:spcBef>
              <a:defRPr sz="1440" spc="-43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t>Автор и дата</a:t>
            </a:r>
          </a:p>
        </p:txBody>
      </p:sp>
      <p:sp>
        <p:nvSpPr>
          <p:cNvPr id="108" name="Подзаголовок слайда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019549" y="4372091"/>
            <a:ext cx="16402053" cy="520542"/>
          </a:xfrm>
          <a:prstGeom prst="rect">
            <a:avLst/>
          </a:prstGeom>
        </p:spPr>
        <p:txBody>
          <a:bodyPr/>
          <a:lstStyle>
            <a:lvl1pPr defTabSz="473202">
              <a:defRPr sz="2592" spc="-77"/>
            </a:lvl1pPr>
          </a:lstStyle>
          <a:p>
            <a:r>
              <a:t>Подзаголовок слайда </a:t>
            </a:r>
          </a:p>
        </p:txBody>
      </p:sp>
      <p:sp>
        <p:nvSpPr>
          <p:cNvPr id="109" name="Прямоугольник"/>
          <p:cNvSpPr/>
          <p:nvPr/>
        </p:nvSpPr>
        <p:spPr>
          <a:xfrm>
            <a:off x="3047999" y="2457412"/>
            <a:ext cx="18288003" cy="209551"/>
          </a:xfrm>
          <a:prstGeom prst="rect">
            <a:avLst/>
          </a:prstGeom>
          <a:solidFill>
            <a:schemeClr val="accent4"/>
          </a:solidFill>
          <a:ln w="3175">
            <a:miter lim="400000"/>
          </a:ln>
        </p:spPr>
        <p:txBody>
          <a:bodyPr lIns="38100" tIns="38100" rIns="38100" bIns="38100" anchor="ctr"/>
          <a:lstStyle/>
          <a:p>
            <a:pPr algn="ctr" defTabSz="821531">
              <a:defRPr sz="1800" spc="-36"/>
            </a:pPr>
            <a:endParaRPr/>
          </a:p>
        </p:txBody>
      </p:sp>
      <p:sp>
        <p:nvSpPr>
          <p:cNvPr id="110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4019549" y="2930022"/>
            <a:ext cx="16402053" cy="1333501"/>
          </a:xfrm>
          <a:prstGeom prst="rect">
            <a:avLst/>
          </a:prstGeom>
        </p:spPr>
        <p:txBody>
          <a:bodyPr anchor="t"/>
          <a:lstStyle>
            <a:lvl1pPr defTabSz="584200">
              <a:defRPr sz="9800" spc="-391"/>
            </a:lvl1pPr>
          </a:lstStyle>
          <a:p>
            <a:r>
              <a:t>Заголовок слайда</a:t>
            </a:r>
          </a:p>
        </p:txBody>
      </p:sp>
      <p:sp>
        <p:nvSpPr>
          <p:cNvPr id="11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овестка дн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Автор и дата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019549" y="11431413"/>
            <a:ext cx="16402053" cy="321946"/>
          </a:xfrm>
          <a:prstGeom prst="rect">
            <a:avLst/>
          </a:prstGeom>
        </p:spPr>
        <p:txBody>
          <a:bodyPr/>
          <a:lstStyle>
            <a:lvl1pPr defTabSz="467360">
              <a:spcBef>
                <a:spcPts val="2500"/>
              </a:spcBef>
              <a:defRPr sz="1440" spc="-43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r>
              <a:t>Автор и дата</a:t>
            </a:r>
          </a:p>
        </p:txBody>
      </p:sp>
      <p:sp>
        <p:nvSpPr>
          <p:cNvPr id="119" name="Подзаголовок повестки дня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019549" y="4372091"/>
            <a:ext cx="16402053" cy="520542"/>
          </a:xfrm>
          <a:prstGeom prst="rect">
            <a:avLst/>
          </a:prstGeom>
        </p:spPr>
        <p:txBody>
          <a:bodyPr/>
          <a:lstStyle>
            <a:lvl1pPr defTabSz="473202">
              <a:defRPr sz="2592" spc="-77"/>
            </a:lvl1pPr>
          </a:lstStyle>
          <a:p>
            <a:r>
              <a:t>Подзаголовок повестки дня</a:t>
            </a:r>
          </a:p>
        </p:txBody>
      </p:sp>
      <p:sp>
        <p:nvSpPr>
          <p:cNvPr id="120" name="Уровень текста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019549" y="5553075"/>
            <a:ext cx="16402053" cy="5353051"/>
          </a:xfrm>
          <a:prstGeom prst="rect">
            <a:avLst/>
          </a:prstGeom>
        </p:spPr>
        <p:txBody>
          <a:bodyPr/>
          <a:lstStyle>
            <a:lvl1pPr defTabSz="825500">
              <a:spcBef>
                <a:spcPts val="3200"/>
              </a:spcBef>
              <a:defRPr sz="5200" b="1" u="sng" cap="none" spc="-52">
                <a:latin typeface="+mn-lt"/>
                <a:ea typeface="+mn-ea"/>
                <a:cs typeface="+mn-cs"/>
                <a:sym typeface="Avenir Next Regular"/>
              </a:defRPr>
            </a:lvl1pPr>
            <a:lvl2pPr defTabSz="825500">
              <a:spcBef>
                <a:spcPts val="3200"/>
              </a:spcBef>
              <a:defRPr sz="5200" b="1" u="sng" cap="none" spc="-52">
                <a:latin typeface="+mn-lt"/>
                <a:ea typeface="+mn-ea"/>
                <a:cs typeface="+mn-cs"/>
                <a:sym typeface="Avenir Next Regular"/>
              </a:defRPr>
            </a:lvl2pPr>
            <a:lvl3pPr defTabSz="825500">
              <a:spcBef>
                <a:spcPts val="3200"/>
              </a:spcBef>
              <a:defRPr sz="5200" b="1" u="sng" cap="none" spc="-52">
                <a:latin typeface="+mn-lt"/>
                <a:ea typeface="+mn-ea"/>
                <a:cs typeface="+mn-cs"/>
                <a:sym typeface="Avenir Next Regular"/>
              </a:defRPr>
            </a:lvl3pPr>
            <a:lvl4pPr defTabSz="825500">
              <a:spcBef>
                <a:spcPts val="3200"/>
              </a:spcBef>
              <a:defRPr sz="5200" b="1" u="sng" cap="none" spc="-52">
                <a:latin typeface="+mn-lt"/>
                <a:ea typeface="+mn-ea"/>
                <a:cs typeface="+mn-cs"/>
                <a:sym typeface="Avenir Next Regular"/>
              </a:defRPr>
            </a:lvl4pPr>
            <a:lvl5pPr defTabSz="825500">
              <a:spcBef>
                <a:spcPts val="3200"/>
              </a:spcBef>
              <a:defRPr sz="5200" b="1" u="sng" cap="none" spc="-52">
                <a:latin typeface="+mn-lt"/>
                <a:ea typeface="+mn-ea"/>
                <a:cs typeface="+mn-cs"/>
                <a:sym typeface="Avenir Next Regular"/>
              </a:defRPr>
            </a:lvl5pPr>
          </a:lstStyle>
          <a:p>
            <a:r>
              <a:t>Темы повестки дня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1" name="Прямоугольник"/>
          <p:cNvSpPr/>
          <p:nvPr/>
        </p:nvSpPr>
        <p:spPr>
          <a:xfrm>
            <a:off x="3047999" y="2457412"/>
            <a:ext cx="18288003" cy="209551"/>
          </a:xfrm>
          <a:prstGeom prst="rect">
            <a:avLst/>
          </a:prstGeom>
          <a:solidFill>
            <a:schemeClr val="accent4"/>
          </a:solidFill>
          <a:ln w="3175">
            <a:miter lim="400000"/>
          </a:ln>
        </p:spPr>
        <p:txBody>
          <a:bodyPr lIns="38100" tIns="38100" rIns="38100" bIns="38100" anchor="ctr"/>
          <a:lstStyle/>
          <a:p>
            <a:pPr algn="ctr" defTabSz="821531">
              <a:defRPr sz="1800" spc="-36"/>
            </a:pPr>
            <a:endParaRPr/>
          </a:p>
        </p:txBody>
      </p:sp>
      <p:sp>
        <p:nvSpPr>
          <p:cNvPr id="122" name="Заголовок повестки дня"/>
          <p:cNvSpPr txBox="1">
            <a:spLocks noGrp="1"/>
          </p:cNvSpPr>
          <p:nvPr>
            <p:ph type="title" hasCustomPrompt="1"/>
          </p:nvPr>
        </p:nvSpPr>
        <p:spPr>
          <a:xfrm>
            <a:off x="4019549" y="2930022"/>
            <a:ext cx="16402053" cy="1333501"/>
          </a:xfrm>
          <a:prstGeom prst="rect">
            <a:avLst/>
          </a:prstGeom>
        </p:spPr>
        <p:txBody>
          <a:bodyPr anchor="t"/>
          <a:lstStyle>
            <a:lvl1pPr defTabSz="584200">
              <a:defRPr sz="9800" spc="-391"/>
            </a:lvl1pPr>
          </a:lstStyle>
          <a:p>
            <a:r>
              <a:t>Заголовок повестки дня</a:t>
            </a:r>
          </a:p>
        </p:txBody>
      </p:sp>
      <p:sp>
        <p:nvSpPr>
          <p:cNvPr id="12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Информационное сообщени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21707" y="5410200"/>
            <a:ext cx="16397737" cy="2890325"/>
          </a:xfrm>
          <a:prstGeom prst="rect">
            <a:avLst/>
          </a:prstGeom>
        </p:spPr>
        <p:txBody>
          <a:bodyPr anchor="ctr"/>
          <a:lstStyle>
            <a:lvl1pPr algn="ctr" defTabSz="1160859">
              <a:defRPr sz="10000" b="1" spc="-400">
                <a:latin typeface="+mn-lt"/>
                <a:ea typeface="+mn-ea"/>
                <a:cs typeface="+mn-cs"/>
                <a:sym typeface="Avenir Next Regular"/>
              </a:defRPr>
            </a:lvl1pPr>
            <a:lvl2pPr algn="ctr" defTabSz="1160859">
              <a:defRPr sz="10000" b="1" spc="-400">
                <a:latin typeface="+mn-lt"/>
                <a:ea typeface="+mn-ea"/>
                <a:cs typeface="+mn-cs"/>
                <a:sym typeface="Avenir Next Regular"/>
              </a:defRPr>
            </a:lvl2pPr>
            <a:lvl3pPr algn="ctr" defTabSz="1160859">
              <a:defRPr sz="10000" b="1" spc="-400">
                <a:latin typeface="+mn-lt"/>
                <a:ea typeface="+mn-ea"/>
                <a:cs typeface="+mn-cs"/>
                <a:sym typeface="Avenir Next Regular"/>
              </a:defRPr>
            </a:lvl3pPr>
            <a:lvl4pPr algn="ctr" defTabSz="1160859">
              <a:defRPr sz="10000" b="1" spc="-400">
                <a:latin typeface="+mn-lt"/>
                <a:ea typeface="+mn-ea"/>
                <a:cs typeface="+mn-cs"/>
                <a:sym typeface="Avenir Next Regular"/>
              </a:defRPr>
            </a:lvl4pPr>
            <a:lvl5pPr algn="ctr" defTabSz="1160859">
              <a:defRPr sz="10000" b="1" spc="-400">
                <a:latin typeface="+mn-lt"/>
                <a:ea typeface="+mn-ea"/>
                <a:cs typeface="+mn-cs"/>
                <a:sym typeface="Avenir Next Regular"/>
              </a:defRPr>
            </a:lvl5pPr>
          </a:lstStyle>
          <a:p>
            <a:r>
              <a:t>Информационное сообщение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Важный фак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019549" y="4404782"/>
            <a:ext cx="16402053" cy="3547626"/>
          </a:xfrm>
          <a:prstGeom prst="rect">
            <a:avLst/>
          </a:prstGeom>
        </p:spPr>
        <p:txBody>
          <a:bodyPr anchor="b"/>
          <a:lstStyle>
            <a:lvl1pPr algn="ctr" defTabSz="825500">
              <a:lnSpc>
                <a:spcPct val="70000"/>
              </a:lnSpc>
              <a:defRPr sz="22200" b="1" spc="-444">
                <a:latin typeface="+mn-lt"/>
                <a:ea typeface="+mn-ea"/>
                <a:cs typeface="+mn-cs"/>
                <a:sym typeface="Avenir Next Regular"/>
              </a:defRPr>
            </a:lvl1pPr>
            <a:lvl2pPr algn="ctr" defTabSz="825500">
              <a:lnSpc>
                <a:spcPct val="70000"/>
              </a:lnSpc>
              <a:defRPr sz="22200" b="1" spc="-444">
                <a:latin typeface="+mn-lt"/>
                <a:ea typeface="+mn-ea"/>
                <a:cs typeface="+mn-cs"/>
                <a:sym typeface="Avenir Next Regular"/>
              </a:defRPr>
            </a:lvl2pPr>
            <a:lvl3pPr algn="ctr" defTabSz="825500">
              <a:lnSpc>
                <a:spcPct val="70000"/>
              </a:lnSpc>
              <a:defRPr sz="22200" b="1" spc="-444">
                <a:latin typeface="+mn-lt"/>
                <a:ea typeface="+mn-ea"/>
                <a:cs typeface="+mn-cs"/>
                <a:sym typeface="Avenir Next Regular"/>
              </a:defRPr>
            </a:lvl3pPr>
            <a:lvl4pPr algn="ctr" defTabSz="825500">
              <a:lnSpc>
                <a:spcPct val="70000"/>
              </a:lnSpc>
              <a:defRPr sz="22200" b="1" spc="-444">
                <a:latin typeface="+mn-lt"/>
                <a:ea typeface="+mn-ea"/>
                <a:cs typeface="+mn-cs"/>
                <a:sym typeface="Avenir Next Regular"/>
              </a:defRPr>
            </a:lvl4pPr>
            <a:lvl5pPr algn="ctr" defTabSz="825500">
              <a:lnSpc>
                <a:spcPct val="70000"/>
              </a:lnSpc>
              <a:defRPr sz="22200" b="1" spc="-444">
                <a:latin typeface="+mn-lt"/>
                <a:ea typeface="+mn-ea"/>
                <a:cs typeface="+mn-cs"/>
                <a:sym typeface="Avenir Next Regular"/>
              </a:defRPr>
            </a:lvl5pPr>
          </a:lstStyle>
          <a:p>
            <a:r>
              <a:t>100 %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9" name="Прямоугольник"/>
          <p:cNvSpPr/>
          <p:nvPr/>
        </p:nvSpPr>
        <p:spPr>
          <a:xfrm>
            <a:off x="3047999" y="2457412"/>
            <a:ext cx="18288003" cy="209551"/>
          </a:xfrm>
          <a:prstGeom prst="rect">
            <a:avLst/>
          </a:prstGeom>
          <a:solidFill>
            <a:schemeClr val="accent4"/>
          </a:solidFill>
          <a:ln w="3175">
            <a:miter lim="400000"/>
          </a:ln>
        </p:spPr>
        <p:txBody>
          <a:bodyPr lIns="38100" tIns="38100" rIns="38100" bIns="38100" anchor="ctr"/>
          <a:lstStyle/>
          <a:p>
            <a:pPr algn="ctr" defTabSz="821531">
              <a:defRPr sz="1800" spc="-36"/>
            </a:pPr>
            <a:endParaRPr/>
          </a:p>
        </p:txBody>
      </p:sp>
      <p:sp>
        <p:nvSpPr>
          <p:cNvPr id="140" name="Информация о факте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019549" y="7802463"/>
            <a:ext cx="16402053" cy="444342"/>
          </a:xfrm>
          <a:prstGeom prst="rect">
            <a:avLst/>
          </a:prstGeom>
        </p:spPr>
        <p:txBody>
          <a:bodyPr/>
          <a:lstStyle>
            <a:lvl1pPr algn="ctr" defTabSz="391414">
              <a:spcBef>
                <a:spcPts val="2100"/>
              </a:spcBef>
              <a:defRPr sz="2144" spc="-64"/>
            </a:lvl1pPr>
          </a:lstStyle>
          <a:p>
            <a:r>
              <a:t>Информация о факте</a:t>
            </a:r>
          </a:p>
        </p:txBody>
      </p:sp>
      <p:sp>
        <p:nvSpPr>
          <p:cNvPr id="14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Цитат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Авторство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737505" y="9479309"/>
            <a:ext cx="15518562" cy="425959"/>
          </a:xfrm>
          <a:prstGeom prst="rect">
            <a:avLst/>
          </a:prstGeom>
        </p:spPr>
        <p:txBody>
          <a:bodyPr/>
          <a:lstStyle>
            <a:lvl1pPr defTabSz="496570">
              <a:defRPr sz="2040" spc="-61"/>
            </a:lvl1pPr>
          </a:lstStyle>
          <a:p>
            <a:r>
              <a:t>Авторство </a:t>
            </a:r>
          </a:p>
        </p:txBody>
      </p:sp>
      <p:sp>
        <p:nvSpPr>
          <p:cNvPr id="149" name="Прямоугольник"/>
          <p:cNvSpPr/>
          <p:nvPr/>
        </p:nvSpPr>
        <p:spPr>
          <a:xfrm>
            <a:off x="3047999" y="2457412"/>
            <a:ext cx="18288003" cy="209551"/>
          </a:xfrm>
          <a:prstGeom prst="rect">
            <a:avLst/>
          </a:prstGeom>
          <a:solidFill>
            <a:schemeClr val="accent4"/>
          </a:solidFill>
          <a:ln w="3175">
            <a:miter lim="400000"/>
          </a:ln>
        </p:spPr>
        <p:txBody>
          <a:bodyPr lIns="38100" tIns="38100" rIns="38100" bIns="38100" anchor="ctr"/>
          <a:lstStyle/>
          <a:p>
            <a:pPr algn="ctr" defTabSz="821531">
              <a:defRPr sz="1800" spc="-36"/>
            </a:pPr>
            <a:endParaRPr/>
          </a:p>
        </p:txBody>
      </p:sp>
      <p:sp>
        <p:nvSpPr>
          <p:cNvPr id="150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127934" y="4964163"/>
            <a:ext cx="16128132" cy="4123102"/>
          </a:xfrm>
          <a:prstGeom prst="rect">
            <a:avLst/>
          </a:prstGeom>
        </p:spPr>
        <p:txBody>
          <a:bodyPr anchor="b"/>
          <a:lstStyle>
            <a:lvl1pPr marL="714375" indent="-714375" defTabSz="1160859">
              <a:lnSpc>
                <a:spcPct val="70000"/>
              </a:lnSpc>
              <a:defRPr sz="13200" b="1" i="1" spc="-528">
                <a:latin typeface="+mn-lt"/>
                <a:ea typeface="+mn-ea"/>
                <a:cs typeface="+mn-cs"/>
                <a:sym typeface="Avenir Next Regular"/>
              </a:defRPr>
            </a:lvl1pPr>
            <a:lvl2pPr marL="714375" indent="-257175" defTabSz="1160859">
              <a:lnSpc>
                <a:spcPct val="70000"/>
              </a:lnSpc>
              <a:defRPr sz="13200" b="1" i="1" spc="-528">
                <a:latin typeface="+mn-lt"/>
                <a:ea typeface="+mn-ea"/>
                <a:cs typeface="+mn-cs"/>
                <a:sym typeface="Avenir Next Regular"/>
              </a:defRPr>
            </a:lvl2pPr>
            <a:lvl3pPr marL="714375" indent="200025" defTabSz="1160859">
              <a:lnSpc>
                <a:spcPct val="70000"/>
              </a:lnSpc>
              <a:defRPr sz="13200" b="1" i="1" spc="-528">
                <a:latin typeface="+mn-lt"/>
                <a:ea typeface="+mn-ea"/>
                <a:cs typeface="+mn-cs"/>
                <a:sym typeface="Avenir Next Regular"/>
              </a:defRPr>
            </a:lvl3pPr>
            <a:lvl4pPr marL="714375" indent="657225" defTabSz="1160859">
              <a:lnSpc>
                <a:spcPct val="70000"/>
              </a:lnSpc>
              <a:defRPr sz="13200" b="1" i="1" spc="-528">
                <a:latin typeface="+mn-lt"/>
                <a:ea typeface="+mn-ea"/>
                <a:cs typeface="+mn-cs"/>
                <a:sym typeface="Avenir Next Regular"/>
              </a:defRPr>
            </a:lvl4pPr>
            <a:lvl5pPr marL="714375" indent="1114425" defTabSz="1160859">
              <a:lnSpc>
                <a:spcPct val="70000"/>
              </a:lnSpc>
              <a:defRPr sz="13200" b="1" i="1" spc="-528">
                <a:latin typeface="+mn-lt"/>
                <a:ea typeface="+mn-ea"/>
                <a:cs typeface="+mn-cs"/>
                <a:sym typeface="Avenir Next Regular"/>
              </a:defRPr>
            </a:lvl5pPr>
          </a:lstStyle>
          <a:p>
            <a:r>
              <a:t>«Важная цитата»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5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 (3 шт.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Вид сбоку на человека в жёлтой куртке с капюшоном на фоне жёлтых ставней"/>
          <p:cNvSpPr>
            <a:spLocks noGrp="1"/>
          </p:cNvSpPr>
          <p:nvPr>
            <p:ph type="pic" idx="21"/>
          </p:nvPr>
        </p:nvSpPr>
        <p:spPr>
          <a:xfrm>
            <a:off x="6105524" y="-1238251"/>
            <a:ext cx="19869153" cy="132461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9" name="Вид со спины на человека в жёлтой кофте, который смотрит через отверстие в каменной стене"/>
          <p:cNvSpPr>
            <a:spLocks noGrp="1"/>
          </p:cNvSpPr>
          <p:nvPr>
            <p:ph type="pic" sz="quarter" idx="22"/>
          </p:nvPr>
        </p:nvSpPr>
        <p:spPr>
          <a:xfrm>
            <a:off x="3047999" y="1320146"/>
            <a:ext cx="9048752" cy="583695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0" name="Улыбающийся человек в синей кофте перед синей стеной"/>
          <p:cNvSpPr>
            <a:spLocks noGrp="1"/>
          </p:cNvSpPr>
          <p:nvPr>
            <p:ph type="pic" sz="quarter" idx="23"/>
          </p:nvPr>
        </p:nvSpPr>
        <p:spPr>
          <a:xfrm>
            <a:off x="3047999" y="6503088"/>
            <a:ext cx="9048752" cy="60361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Человек в синих джинсах и синей кофте стоит на фоне красно-фиолетовой стены"/>
          <p:cNvSpPr>
            <a:spLocks noGrp="1"/>
          </p:cNvSpPr>
          <p:nvPr>
            <p:ph type="pic" idx="21"/>
          </p:nvPr>
        </p:nvSpPr>
        <p:spPr>
          <a:xfrm>
            <a:off x="3047999" y="765000"/>
            <a:ext cx="18288003" cy="121860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9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презентации"/>
          <p:cNvSpPr txBox="1">
            <a:spLocks noGrp="1"/>
          </p:cNvSpPr>
          <p:nvPr>
            <p:ph type="title" hasCustomPrompt="1"/>
          </p:nvPr>
        </p:nvSpPr>
        <p:spPr>
          <a:xfrm>
            <a:off x="4021761" y="5003006"/>
            <a:ext cx="16402053" cy="3524251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b">
            <a:normAutofit/>
          </a:bodyPr>
          <a:lstStyle/>
          <a:p>
            <a:r>
              <a:t>Заголовок презентации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xfrm>
            <a:off x="4021761" y="8666081"/>
            <a:ext cx="16402053" cy="105168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>
            <a:normAutofit/>
          </a:bodyPr>
          <a:lstStyle/>
          <a:p>
            <a:r>
              <a:t>Подзаголовок презентации 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20690014" y="11396345"/>
            <a:ext cx="324613" cy="355601"/>
          </a:xfrm>
          <a:prstGeom prst="rect">
            <a:avLst/>
          </a:prstGeom>
          <a:ln w="3175">
            <a:miter lim="400000"/>
          </a:ln>
        </p:spPr>
        <p:txBody>
          <a:bodyPr wrap="none" lIns="38100" tIns="38100" rIns="38100" bIns="38100" anchor="b">
            <a:spAutoFit/>
          </a:bodyPr>
          <a:lstStyle>
            <a:lvl1pPr algn="ctr" defTabSz="3428914">
              <a:spcBef>
                <a:spcPts val="0"/>
              </a:spcBef>
              <a:defRPr sz="1600">
                <a:solidFill>
                  <a:srgbClr val="FFFFFF"/>
                </a:solidFill>
                <a:latin typeface="+mn-lt"/>
                <a:ea typeface="+mn-ea"/>
                <a:cs typeface="+mn-cs"/>
                <a:sym typeface="Avenir Next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11608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200" b="1" i="0" u="none" strike="noStrike" cap="all" spc="-660" baseline="0">
          <a:solidFill>
            <a:srgbClr val="000000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457200" algn="l" defTabSz="11608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200" b="1" i="0" u="none" strike="noStrike" cap="all" spc="-660" baseline="0">
          <a:solidFill>
            <a:srgbClr val="000000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914400" algn="l" defTabSz="11608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200" b="1" i="0" u="none" strike="noStrike" cap="all" spc="-660" baseline="0">
          <a:solidFill>
            <a:srgbClr val="000000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1371600" algn="l" defTabSz="11608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200" b="1" i="0" u="none" strike="noStrike" cap="all" spc="-660" baseline="0">
          <a:solidFill>
            <a:srgbClr val="000000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1828800" algn="l" defTabSz="11608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200" b="1" i="0" u="none" strike="noStrike" cap="all" spc="-660" baseline="0">
          <a:solidFill>
            <a:srgbClr val="000000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2286000" algn="l" defTabSz="11608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200" b="1" i="0" u="none" strike="noStrike" cap="all" spc="-660" baseline="0">
          <a:solidFill>
            <a:srgbClr val="000000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2743200" algn="l" defTabSz="11608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200" b="1" i="0" u="none" strike="noStrike" cap="all" spc="-660" baseline="0">
          <a:solidFill>
            <a:srgbClr val="000000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3200400" algn="l" defTabSz="11608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200" b="1" i="0" u="none" strike="noStrike" cap="all" spc="-660" baseline="0">
          <a:solidFill>
            <a:srgbClr val="000000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3657600" algn="l" defTabSz="11608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200" b="1" i="0" u="none" strike="noStrike" cap="all" spc="-660" baseline="0">
          <a:solidFill>
            <a:srgbClr val="000000"/>
          </a:solidFill>
          <a:uFillTx/>
          <a:latin typeface="+mn-lt"/>
          <a:ea typeface="+mn-ea"/>
          <a:cs typeface="+mn-cs"/>
          <a:sym typeface="Avenir Next Regular"/>
        </a:defRPr>
      </a:lvl9pPr>
    </p:titleStyle>
    <p:bodyStyle>
      <a:lvl1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all" spc="-96" baseline="0">
          <a:solidFill>
            <a:srgbClr val="000000"/>
          </a:solidFill>
          <a:uFillTx/>
          <a:latin typeface="Avenir Next Demi Bold"/>
          <a:ea typeface="Avenir Next Demi Bold"/>
          <a:cs typeface="Avenir Next Demi Bold"/>
          <a:sym typeface="Avenir Next Demi Bold"/>
        </a:defRPr>
      </a:lvl1pPr>
      <a:lvl2pPr marL="0" marR="0" indent="457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all" spc="-96" baseline="0">
          <a:solidFill>
            <a:srgbClr val="000000"/>
          </a:solidFill>
          <a:uFillTx/>
          <a:latin typeface="Avenir Next Demi Bold"/>
          <a:ea typeface="Avenir Next Demi Bold"/>
          <a:cs typeface="Avenir Next Demi Bold"/>
          <a:sym typeface="Avenir Next Demi Bold"/>
        </a:defRPr>
      </a:lvl2pPr>
      <a:lvl3pPr marL="0" marR="0" indent="914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all" spc="-96" baseline="0">
          <a:solidFill>
            <a:srgbClr val="000000"/>
          </a:solidFill>
          <a:uFillTx/>
          <a:latin typeface="Avenir Next Demi Bold"/>
          <a:ea typeface="Avenir Next Demi Bold"/>
          <a:cs typeface="Avenir Next Demi Bold"/>
          <a:sym typeface="Avenir Next Demi Bold"/>
        </a:defRPr>
      </a:lvl3pPr>
      <a:lvl4pPr marL="0" marR="0" indent="1371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all" spc="-96" baseline="0">
          <a:solidFill>
            <a:srgbClr val="000000"/>
          </a:solidFill>
          <a:uFillTx/>
          <a:latin typeface="Avenir Next Demi Bold"/>
          <a:ea typeface="Avenir Next Demi Bold"/>
          <a:cs typeface="Avenir Next Demi Bold"/>
          <a:sym typeface="Avenir Next Demi Bold"/>
        </a:defRPr>
      </a:lvl4pPr>
      <a:lvl5pPr marL="0" marR="0" indent="1828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all" spc="-96" baseline="0">
          <a:solidFill>
            <a:srgbClr val="000000"/>
          </a:solidFill>
          <a:uFillTx/>
          <a:latin typeface="Avenir Next Demi Bold"/>
          <a:ea typeface="Avenir Next Demi Bold"/>
          <a:cs typeface="Avenir Next Demi Bold"/>
          <a:sym typeface="Avenir Next Demi Bold"/>
        </a:defRPr>
      </a:lvl5pPr>
      <a:lvl6pPr marL="0" marR="0" indent="22860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all" spc="-96" baseline="0">
          <a:solidFill>
            <a:srgbClr val="000000"/>
          </a:solidFill>
          <a:uFillTx/>
          <a:latin typeface="Avenir Next Demi Bold"/>
          <a:ea typeface="Avenir Next Demi Bold"/>
          <a:cs typeface="Avenir Next Demi Bold"/>
          <a:sym typeface="Avenir Next Demi Bold"/>
        </a:defRPr>
      </a:lvl6pPr>
      <a:lvl7pPr marL="0" marR="0" indent="2743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all" spc="-96" baseline="0">
          <a:solidFill>
            <a:srgbClr val="000000"/>
          </a:solidFill>
          <a:uFillTx/>
          <a:latin typeface="Avenir Next Demi Bold"/>
          <a:ea typeface="Avenir Next Demi Bold"/>
          <a:cs typeface="Avenir Next Demi Bold"/>
          <a:sym typeface="Avenir Next Demi Bold"/>
        </a:defRPr>
      </a:lvl7pPr>
      <a:lvl8pPr marL="0" marR="0" indent="3200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all" spc="-96" baseline="0">
          <a:solidFill>
            <a:srgbClr val="000000"/>
          </a:solidFill>
          <a:uFillTx/>
          <a:latin typeface="Avenir Next Demi Bold"/>
          <a:ea typeface="Avenir Next Demi Bold"/>
          <a:cs typeface="Avenir Next Demi Bold"/>
          <a:sym typeface="Avenir Next Demi Bold"/>
        </a:defRPr>
      </a:lvl8pPr>
      <a:lvl9pPr marL="0" marR="0" indent="3657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all" spc="-96" baseline="0">
          <a:solidFill>
            <a:srgbClr val="000000"/>
          </a:solidFill>
          <a:uFillTx/>
          <a:latin typeface="Avenir Next Demi Bold"/>
          <a:ea typeface="Avenir Next Demi Bold"/>
          <a:cs typeface="Avenir Next Demi Bold"/>
          <a:sym typeface="Avenir Next Demi Bold"/>
        </a:defRPr>
      </a:lvl9pPr>
    </p:bodyStyle>
    <p:otherStyle>
      <a:lvl1pPr marL="0" marR="0" indent="0" algn="ctr" defTabSz="3428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457200" algn="ctr" defTabSz="3428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914400" algn="ctr" defTabSz="3428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1371600" algn="ctr" defTabSz="3428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1828800" algn="ctr" defTabSz="3428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2286000" algn="ctr" defTabSz="3428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2743200" algn="ctr" defTabSz="3428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3200400" algn="ctr" defTabSz="3428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3657600" algn="ctr" defTabSz="3428914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кэш2.psd" descr="кэш2.psd"/>
          <p:cNvPicPr>
            <a:picLocks noChangeAspect="1"/>
          </p:cNvPicPr>
          <p:nvPr/>
        </p:nvPicPr>
        <p:blipFill>
          <a:blip r:embed="rId2">
            <a:alphaModFix amt="94121"/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3175">
            <a:miter lim="400000"/>
          </a:ln>
        </p:spPr>
      </p:pic>
      <p:sp>
        <p:nvSpPr>
          <p:cNvPr id="4" name="Источник вдохновения"/>
          <p:cNvSpPr txBox="1"/>
          <p:nvPr/>
        </p:nvSpPr>
        <p:spPr>
          <a:xfrm>
            <a:off x="12018212" y="12945979"/>
            <a:ext cx="10518269" cy="6768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b">
            <a:normAutofit/>
          </a:bodyPr>
          <a:lstStyle>
            <a:lvl1pPr defTabSz="615255">
              <a:lnSpc>
                <a:spcPct val="80000"/>
              </a:lnSpc>
              <a:spcBef>
                <a:spcPts val="0"/>
              </a:spcBef>
              <a:defRPr sz="3391" b="1" cap="all" spc="-169">
                <a:latin typeface="+mn-lt"/>
                <a:ea typeface="+mn-ea"/>
                <a:cs typeface="+mn-cs"/>
                <a:sym typeface="Avenir Next Regular"/>
              </a:defRPr>
            </a:lvl1pPr>
          </a:lstStyle>
          <a:p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Изображение 5.jpg" descr="Изображение 5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3175">
            <a:miter lim="400000"/>
          </a:ln>
        </p:spPr>
      </p:pic>
      <p:sp>
        <p:nvSpPr>
          <p:cNvPr id="188" name="Проблема?"/>
          <p:cNvSpPr txBox="1">
            <a:spLocks noGrp="1"/>
          </p:cNvSpPr>
          <p:nvPr>
            <p:ph type="title"/>
          </p:nvPr>
        </p:nvSpPr>
        <p:spPr>
          <a:xfrm>
            <a:off x="2024398" y="314379"/>
            <a:ext cx="9964464" cy="4000502"/>
          </a:xfrm>
          <a:prstGeom prst="rect">
            <a:avLst/>
          </a:prstGeom>
        </p:spPr>
        <p:txBody>
          <a:bodyPr/>
          <a:lstStyle>
            <a:lvl1pPr defTabSz="1126033">
              <a:defRPr sz="12804" spc="-640">
                <a:solidFill>
                  <a:srgbClr val="FFFFFF"/>
                </a:solidFill>
              </a:defRPr>
            </a:lvl1pPr>
          </a:lstStyle>
          <a:p>
            <a:r>
              <a:t>Проблема?</a:t>
            </a:r>
          </a:p>
        </p:txBody>
      </p:sp>
      <p:sp>
        <p:nvSpPr>
          <p:cNvPr id="189" name="1. Абстрактные цифры не мотивируют: Таблицы и сухие графики вызывают стресс и чувство вины, а не желание действовать.…"/>
          <p:cNvSpPr txBox="1">
            <a:spLocks noGrp="1"/>
          </p:cNvSpPr>
          <p:nvPr>
            <p:ph type="body" sz="half" idx="1"/>
          </p:nvPr>
        </p:nvSpPr>
        <p:spPr>
          <a:xfrm>
            <a:off x="2124211" y="4057103"/>
            <a:ext cx="13592417" cy="5105223"/>
          </a:xfrm>
          <a:prstGeom prst="rect">
            <a:avLst/>
          </a:prstGeom>
        </p:spPr>
        <p:txBody>
          <a:bodyPr/>
          <a:lstStyle/>
          <a:p>
            <a:pPr defTabSz="479044">
              <a:spcBef>
                <a:spcPts val="2700"/>
              </a:spcBef>
              <a:defRPr sz="3116" cap="none" spc="0">
                <a:solidFill>
                  <a:srgbClr val="FFFFFF"/>
                </a:solidFill>
              </a:defRPr>
            </a:pPr>
            <a:r>
              <a:rPr dirty="0"/>
              <a:t>1. </a:t>
            </a:r>
            <a:r>
              <a:rPr b="1" dirty="0" err="1">
                <a:latin typeface="Helvetica"/>
                <a:ea typeface="Helvetica"/>
                <a:cs typeface="Helvetica"/>
                <a:sym typeface="Helvetica"/>
              </a:rPr>
              <a:t>Абстрактные</a:t>
            </a:r>
            <a:r>
              <a:rPr b="1" dirty="0"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b="1" dirty="0" err="1">
                <a:latin typeface="Helvetica"/>
                <a:ea typeface="Helvetica"/>
                <a:cs typeface="Helvetica"/>
                <a:sym typeface="Helvetica"/>
              </a:rPr>
              <a:t>цифры</a:t>
            </a:r>
            <a:r>
              <a:rPr b="1" dirty="0"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b="1" dirty="0" err="1">
                <a:latin typeface="Helvetica"/>
                <a:ea typeface="Helvetica"/>
                <a:cs typeface="Helvetica"/>
                <a:sym typeface="Helvetica"/>
              </a:rPr>
              <a:t>не</a:t>
            </a:r>
            <a:r>
              <a:rPr b="1" dirty="0"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b="1" dirty="0" err="1">
                <a:latin typeface="Helvetica"/>
                <a:ea typeface="Helvetica"/>
                <a:cs typeface="Helvetica"/>
                <a:sym typeface="Helvetica"/>
              </a:rPr>
              <a:t>мотивируют</a:t>
            </a:r>
            <a:r>
              <a:rPr b="1" dirty="0">
                <a:latin typeface="Helvetica"/>
                <a:ea typeface="Helvetica"/>
                <a:cs typeface="Helvetica"/>
                <a:sym typeface="Helvetica"/>
              </a:rPr>
              <a:t>:</a:t>
            </a:r>
            <a:r>
              <a:rPr dirty="0"/>
              <a:t> </a:t>
            </a:r>
            <a:r>
              <a:rPr dirty="0" err="1"/>
              <a:t>Таблицы</a:t>
            </a:r>
            <a:r>
              <a:rPr dirty="0"/>
              <a:t> и </a:t>
            </a:r>
            <a:r>
              <a:rPr dirty="0" err="1"/>
              <a:t>сухие</a:t>
            </a:r>
            <a:r>
              <a:rPr dirty="0"/>
              <a:t> </a:t>
            </a:r>
            <a:r>
              <a:rPr dirty="0" err="1"/>
              <a:t>графики</a:t>
            </a:r>
            <a:r>
              <a:rPr dirty="0"/>
              <a:t> </a:t>
            </a:r>
            <a:r>
              <a:rPr dirty="0" err="1"/>
              <a:t>вызывают</a:t>
            </a:r>
            <a:r>
              <a:rPr dirty="0"/>
              <a:t> </a:t>
            </a:r>
            <a:r>
              <a:rPr dirty="0" err="1"/>
              <a:t>стресс</a:t>
            </a:r>
            <a:r>
              <a:rPr dirty="0"/>
              <a:t> и </a:t>
            </a:r>
            <a:r>
              <a:rPr dirty="0" err="1"/>
              <a:t>чувство</a:t>
            </a:r>
            <a:r>
              <a:rPr dirty="0"/>
              <a:t> </a:t>
            </a:r>
            <a:r>
              <a:rPr dirty="0" err="1"/>
              <a:t>вины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желание</a:t>
            </a:r>
            <a:r>
              <a:rPr dirty="0"/>
              <a:t> </a:t>
            </a:r>
            <a:r>
              <a:rPr dirty="0" err="1"/>
              <a:t>действовать</a:t>
            </a:r>
            <a:r>
              <a:rPr dirty="0"/>
              <a:t>.</a:t>
            </a:r>
          </a:p>
          <a:p>
            <a:pPr defTabSz="479044">
              <a:spcBef>
                <a:spcPts val="2700"/>
              </a:spcBef>
              <a:defRPr sz="3116" cap="none" spc="0">
                <a:solidFill>
                  <a:srgbClr val="FFFFFF"/>
                </a:solidFill>
              </a:defRPr>
            </a:pPr>
            <a:r>
              <a:rPr dirty="0"/>
              <a:t>2. </a:t>
            </a:r>
            <a:r>
              <a:rPr b="1" dirty="0" err="1">
                <a:latin typeface="Helvetica"/>
                <a:ea typeface="Helvetica"/>
                <a:cs typeface="Helvetica"/>
                <a:sym typeface="Helvetica"/>
              </a:rPr>
              <a:t>Рутина</a:t>
            </a:r>
            <a:r>
              <a:rPr b="1" dirty="0"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b="1" dirty="0" err="1">
                <a:latin typeface="Helvetica"/>
                <a:ea typeface="Helvetica"/>
                <a:cs typeface="Helvetica"/>
                <a:sym typeface="Helvetica"/>
              </a:rPr>
              <a:t>убивает</a:t>
            </a:r>
            <a:r>
              <a:rPr b="1" dirty="0"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b="1" dirty="0" err="1">
                <a:latin typeface="Helvetica"/>
                <a:ea typeface="Helvetica"/>
                <a:cs typeface="Helvetica"/>
                <a:sym typeface="Helvetica"/>
              </a:rPr>
              <a:t>привычку</a:t>
            </a:r>
            <a:r>
              <a:rPr b="1" dirty="0">
                <a:latin typeface="Helvetica"/>
                <a:ea typeface="Helvetica"/>
                <a:cs typeface="Helvetica"/>
                <a:sym typeface="Helvetica"/>
              </a:rPr>
              <a:t>:</a:t>
            </a:r>
            <a:r>
              <a:rPr dirty="0"/>
              <a:t> 80% </a:t>
            </a:r>
            <a:r>
              <a:rPr dirty="0" err="1"/>
              <a:t>пользователей</a:t>
            </a:r>
            <a:r>
              <a:rPr dirty="0"/>
              <a:t> </a:t>
            </a:r>
            <a:r>
              <a:rPr dirty="0" err="1"/>
              <a:t>бросают</a:t>
            </a:r>
            <a:r>
              <a:rPr dirty="0"/>
              <a:t> </a:t>
            </a:r>
            <a:r>
              <a:rPr dirty="0" err="1"/>
              <a:t>вести</a:t>
            </a:r>
            <a:r>
              <a:rPr dirty="0"/>
              <a:t> </a:t>
            </a:r>
            <a:r>
              <a:rPr dirty="0" err="1"/>
              <a:t>бюджет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1–2 </a:t>
            </a:r>
            <a:r>
              <a:rPr dirty="0" err="1"/>
              <a:t>месяца</a:t>
            </a:r>
            <a:r>
              <a:rPr dirty="0"/>
              <a:t>, </a:t>
            </a:r>
            <a:r>
              <a:rPr dirty="0" err="1"/>
              <a:t>потому</a:t>
            </a:r>
            <a:r>
              <a:rPr dirty="0"/>
              <a:t>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ручной</a:t>
            </a:r>
            <a:r>
              <a:rPr dirty="0"/>
              <a:t> </a:t>
            </a:r>
            <a:r>
              <a:rPr dirty="0" err="1"/>
              <a:t>учет</a:t>
            </a:r>
            <a:r>
              <a:rPr dirty="0"/>
              <a:t> </a:t>
            </a:r>
            <a:r>
              <a:rPr dirty="0" err="1"/>
              <a:t>воспринимается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скучная</a:t>
            </a:r>
            <a:r>
              <a:rPr dirty="0"/>
              <a:t> </a:t>
            </a:r>
            <a:r>
              <a:rPr dirty="0" err="1"/>
              <a:t>обязанность</a:t>
            </a:r>
            <a:r>
              <a:rPr dirty="0"/>
              <a:t>.</a:t>
            </a:r>
          </a:p>
          <a:p>
            <a:pPr defTabSz="479044">
              <a:spcBef>
                <a:spcPts val="2700"/>
              </a:spcBef>
              <a:defRPr sz="3116" cap="none" spc="0">
                <a:solidFill>
                  <a:srgbClr val="FFFFFF"/>
                </a:solidFill>
              </a:defRPr>
            </a:pPr>
            <a:r>
              <a:rPr dirty="0"/>
              <a:t>3. </a:t>
            </a:r>
            <a:r>
              <a:rPr b="1" dirty="0" err="1">
                <a:latin typeface="Helvetica"/>
                <a:ea typeface="Helvetica"/>
                <a:cs typeface="Helvetica"/>
                <a:sym typeface="Helvetica"/>
              </a:rPr>
              <a:t>Отсутствие</a:t>
            </a:r>
            <a:r>
              <a:rPr b="1" dirty="0"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b="1" dirty="0" err="1">
                <a:latin typeface="Helvetica"/>
                <a:ea typeface="Helvetica"/>
                <a:cs typeface="Helvetica"/>
                <a:sym typeface="Helvetica"/>
              </a:rPr>
              <a:t>мгновенной</a:t>
            </a:r>
            <a:r>
              <a:rPr b="1" dirty="0"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b="1" dirty="0" err="1">
                <a:latin typeface="Helvetica"/>
                <a:ea typeface="Helvetica"/>
                <a:cs typeface="Helvetica"/>
                <a:sym typeface="Helvetica"/>
              </a:rPr>
              <a:t>награды</a:t>
            </a:r>
            <a:r>
              <a:rPr b="1" dirty="0">
                <a:latin typeface="Helvetica"/>
                <a:ea typeface="Helvetica"/>
                <a:cs typeface="Helvetica"/>
                <a:sym typeface="Helvetica"/>
              </a:rPr>
              <a:t>:</a:t>
            </a:r>
            <a:r>
              <a:rPr dirty="0"/>
              <a:t> </a:t>
            </a:r>
            <a:r>
              <a:rPr dirty="0" err="1"/>
              <a:t>Мозг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дофаминового</a:t>
            </a:r>
            <a:r>
              <a:rPr dirty="0"/>
              <a:t> </a:t>
            </a:r>
            <a:r>
              <a:rPr dirty="0" err="1"/>
              <a:t>отклика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сэкономленные</a:t>
            </a:r>
            <a:r>
              <a:rPr dirty="0"/>
              <a:t> </a:t>
            </a:r>
            <a:r>
              <a:rPr dirty="0" err="1"/>
              <a:t>деньги</a:t>
            </a:r>
            <a:r>
              <a:rPr dirty="0"/>
              <a:t> «</a:t>
            </a:r>
            <a:r>
              <a:rPr dirty="0" err="1"/>
              <a:t>здесь</a:t>
            </a:r>
            <a:r>
              <a:rPr dirty="0"/>
              <a:t> и </a:t>
            </a:r>
            <a:r>
              <a:rPr dirty="0" err="1"/>
              <a:t>сейчас</a:t>
            </a:r>
            <a:r>
              <a:rPr dirty="0"/>
              <a:t>», </a:t>
            </a:r>
            <a:r>
              <a:rPr dirty="0" err="1"/>
              <a:t>из-за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импульсивные</a:t>
            </a:r>
            <a:r>
              <a:rPr dirty="0"/>
              <a:t> </a:t>
            </a:r>
            <a:r>
              <a:rPr dirty="0" err="1"/>
              <a:t>траты</a:t>
            </a:r>
            <a:r>
              <a:rPr dirty="0"/>
              <a:t> </a:t>
            </a:r>
            <a:r>
              <a:rPr dirty="0" err="1"/>
              <a:t>побеждают</a:t>
            </a:r>
            <a:r>
              <a:rPr dirty="0"/>
              <a:t> </a:t>
            </a:r>
            <a:r>
              <a:rPr dirty="0" err="1"/>
              <a:t>долгосрочные</a:t>
            </a:r>
            <a:r>
              <a:rPr dirty="0"/>
              <a:t> </a:t>
            </a:r>
            <a:r>
              <a:rPr dirty="0" err="1"/>
              <a:t>цели</a:t>
            </a:r>
            <a:r>
              <a:rPr dirty="0"/>
              <a:t>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Изображение 13.jpg" descr="Изображение 13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42388" y="109974"/>
            <a:ext cx="18778264" cy="13233586"/>
          </a:xfrm>
          <a:prstGeom prst="rect">
            <a:avLst/>
          </a:prstGeom>
          <a:ln w="3175">
            <a:miter lim="400000"/>
          </a:ln>
        </p:spPr>
      </p:pic>
      <p:sp>
        <p:nvSpPr>
          <p:cNvPr id="192" name="Какова идея?"/>
          <p:cNvSpPr txBox="1">
            <a:spLocks noGrp="1"/>
          </p:cNvSpPr>
          <p:nvPr>
            <p:ph type="title"/>
          </p:nvPr>
        </p:nvSpPr>
        <p:spPr>
          <a:xfrm>
            <a:off x="8436287" y="287495"/>
            <a:ext cx="12216334" cy="3690947"/>
          </a:xfrm>
          <a:prstGeom prst="rect">
            <a:avLst/>
          </a:prstGeom>
        </p:spPr>
        <p:txBody>
          <a:bodyPr/>
          <a:lstStyle>
            <a:lvl1pPr defTabSz="1102816">
              <a:defRPr sz="12540" spc="-627"/>
            </a:lvl1pPr>
          </a:lstStyle>
          <a:p>
            <a:r>
              <a:rPr dirty="0" err="1"/>
              <a:t>Какова</a:t>
            </a:r>
            <a:r>
              <a:rPr dirty="0"/>
              <a:t> </a:t>
            </a:r>
            <a:r>
              <a:rPr dirty="0" err="1"/>
              <a:t>идея</a:t>
            </a:r>
            <a:r>
              <a:rPr dirty="0"/>
              <a:t>?</a:t>
            </a:r>
          </a:p>
        </p:txBody>
      </p:sp>
      <p:sp>
        <p:nvSpPr>
          <p:cNvPr id="193" name="Источник вдохновения"/>
          <p:cNvSpPr txBox="1"/>
          <p:nvPr/>
        </p:nvSpPr>
        <p:spPr>
          <a:xfrm>
            <a:off x="8355635" y="982529"/>
            <a:ext cx="10518269" cy="67683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b">
            <a:normAutofit/>
          </a:bodyPr>
          <a:lstStyle>
            <a:lvl1pPr defTabSz="615255">
              <a:lnSpc>
                <a:spcPct val="80000"/>
              </a:lnSpc>
              <a:spcBef>
                <a:spcPts val="0"/>
              </a:spcBef>
              <a:defRPr sz="3391" b="1" cap="all" spc="-169">
                <a:latin typeface="+mn-lt"/>
                <a:ea typeface="+mn-ea"/>
                <a:cs typeface="+mn-cs"/>
                <a:sym typeface="Avenir Next Regular"/>
              </a:defRPr>
            </a:lvl1pPr>
          </a:lstStyle>
          <a:p>
            <a:r>
              <a:rPr dirty="0" err="1"/>
              <a:t>Источник</a:t>
            </a:r>
            <a:r>
              <a:rPr dirty="0"/>
              <a:t> </a:t>
            </a:r>
            <a:r>
              <a:rPr dirty="0" err="1"/>
              <a:t>вдохновения</a:t>
            </a:r>
            <a:endParaRPr dirty="0"/>
          </a:p>
        </p:txBody>
      </p:sp>
      <p:sp>
        <p:nvSpPr>
          <p:cNvPr id="194" name="Линия"/>
          <p:cNvSpPr/>
          <p:nvPr/>
        </p:nvSpPr>
        <p:spPr>
          <a:xfrm flipH="1" flipV="1">
            <a:off x="7450520" y="1090260"/>
            <a:ext cx="645398" cy="240202"/>
          </a:xfrm>
          <a:prstGeom prst="line">
            <a:avLst/>
          </a:prstGeom>
          <a:ln w="88900">
            <a:solidFill>
              <a:srgbClr val="000000"/>
            </a:solidFill>
            <a:miter lim="400000"/>
            <a:tailEnd type="triangle"/>
          </a:ln>
        </p:spPr>
        <p:txBody>
          <a:bodyPr lIns="38100" tIns="38100" rIns="38100" bIns="38100" anchor="ctr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Используемые технологии?"/>
          <p:cNvSpPr txBox="1">
            <a:spLocks noGrp="1"/>
          </p:cNvSpPr>
          <p:nvPr>
            <p:ph type="title"/>
          </p:nvPr>
        </p:nvSpPr>
        <p:spPr>
          <a:xfrm>
            <a:off x="4454191" y="4520011"/>
            <a:ext cx="13208215" cy="4000501"/>
          </a:xfrm>
          <a:prstGeom prst="rect">
            <a:avLst/>
          </a:prstGeom>
        </p:spPr>
        <p:txBody>
          <a:bodyPr/>
          <a:lstStyle>
            <a:lvl1pPr defTabSz="1102816">
              <a:defRPr sz="12540" spc="-627"/>
            </a:lvl1pPr>
          </a:lstStyle>
          <a:p>
            <a:r>
              <a:rPr dirty="0" err="1"/>
              <a:t>Используемые</a:t>
            </a:r>
            <a:r>
              <a:rPr dirty="0"/>
              <a:t> </a:t>
            </a:r>
            <a:r>
              <a:rPr dirty="0" err="1"/>
              <a:t>технологии</a:t>
            </a:r>
            <a:r>
              <a:rPr dirty="0"/>
              <a:t>?</a:t>
            </a:r>
          </a:p>
        </p:txBody>
      </p:sp>
      <p:pic>
        <p:nvPicPr>
          <p:cNvPr id="199" name="Изображение 6.jpg" descr="Изображение 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975798" y="1565971"/>
            <a:ext cx="2397126" cy="2397126"/>
          </a:xfrm>
          <a:prstGeom prst="rect">
            <a:avLst/>
          </a:prstGeom>
          <a:ln w="3175">
            <a:miter lim="400000"/>
          </a:ln>
        </p:spPr>
      </p:pic>
      <p:pic>
        <p:nvPicPr>
          <p:cNvPr id="200" name="Изображение 7.jpg" descr="Изображение 7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365667" y="861834"/>
            <a:ext cx="2873173" cy="2873173"/>
          </a:xfrm>
          <a:prstGeom prst="rect">
            <a:avLst/>
          </a:prstGeom>
          <a:ln w="3175">
            <a:miter lim="400000"/>
          </a:ln>
        </p:spPr>
      </p:pic>
      <p:pic>
        <p:nvPicPr>
          <p:cNvPr id="201" name="121405384-444d7300-c95d-11eb-959f-913020d3bf90.png" descr="121405384-444d7300-c95d-11eb-959f-913020d3bf90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101761" y="9084429"/>
            <a:ext cx="3354067" cy="3167870"/>
          </a:xfrm>
          <a:prstGeom prst="rect">
            <a:avLst/>
          </a:prstGeom>
          <a:ln w="3175">
            <a:miter lim="400000"/>
          </a:ln>
        </p:spPr>
      </p:pic>
      <p:pic>
        <p:nvPicPr>
          <p:cNvPr id="202" name="63a052fce949ec8a415b213ad03077e8.png" descr="63a052fce949ec8a415b213ad03077e8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530211" y="9816116"/>
            <a:ext cx="5562803" cy="2781402"/>
          </a:xfrm>
          <a:prstGeom prst="rect">
            <a:avLst/>
          </a:prstGeom>
          <a:ln w="3175">
            <a:miter lim="400000"/>
          </a:ln>
        </p:spPr>
      </p:pic>
      <p:pic>
        <p:nvPicPr>
          <p:cNvPr id="203" name="Снимок экрана 2024-11-10 в 22.58.34.png" descr="Снимок экрана 2024-11-10 в 22.58.34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6360638" y="6730604"/>
            <a:ext cx="3454401" cy="4533901"/>
          </a:xfrm>
          <a:prstGeom prst="rect">
            <a:avLst/>
          </a:prstGeom>
          <a:ln w="3175">
            <a:miter lim="400000"/>
          </a:ln>
        </p:spPr>
      </p:pic>
      <p:pic>
        <p:nvPicPr>
          <p:cNvPr id="204" name="Изображение 8.jpg" descr="Изображение 8.jp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8614811" y="2987247"/>
            <a:ext cx="1912982" cy="1912983"/>
          </a:xfrm>
          <a:prstGeom prst="rect">
            <a:avLst/>
          </a:prstGeom>
          <a:ln w="3175">
            <a:miter lim="400000"/>
          </a:ln>
        </p:spPr>
      </p:pic>
      <p:pic>
        <p:nvPicPr>
          <p:cNvPr id="205" name="Изображение 9.jpg" descr="Изображение 9.jp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691816" y="8788703"/>
            <a:ext cx="2873173" cy="2873173"/>
          </a:xfrm>
          <a:prstGeom prst="rect">
            <a:avLst/>
          </a:prstGeom>
          <a:ln w="3175">
            <a:miter lim="400000"/>
          </a:ln>
        </p:spPr>
      </p:pic>
      <p:pic>
        <p:nvPicPr>
          <p:cNvPr id="206" name="Изображение 10.jpg" descr="Изображение 10.jp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954747" y="2494068"/>
            <a:ext cx="2873173" cy="2873173"/>
          </a:xfrm>
          <a:prstGeom prst="rect">
            <a:avLst/>
          </a:prstGeom>
          <a:ln w="3175">
            <a:miter lim="400000"/>
          </a:ln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0211" y="1565971"/>
            <a:ext cx="2539258" cy="2364684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211"/>
            <a:ext cx="24384000" cy="13522305"/>
          </a:xfrm>
          <a:prstGeom prst="rect">
            <a:avLst/>
          </a:prstGeom>
        </p:spPr>
      </p:pic>
      <p:sp>
        <p:nvSpPr>
          <p:cNvPr id="7" name="Какова идея?"/>
          <p:cNvSpPr txBox="1">
            <a:spLocks noGrp="1"/>
          </p:cNvSpPr>
          <p:nvPr>
            <p:ph type="title"/>
          </p:nvPr>
        </p:nvSpPr>
        <p:spPr>
          <a:xfrm>
            <a:off x="7283114" y="818147"/>
            <a:ext cx="11630527" cy="1138989"/>
          </a:xfrm>
          <a:prstGeom prst="rect">
            <a:avLst/>
          </a:prstGeom>
        </p:spPr>
        <p:txBody>
          <a:bodyPr>
            <a:normAutofit/>
          </a:bodyPr>
          <a:lstStyle>
            <a:lvl1pPr defTabSz="1102816">
              <a:defRPr sz="12540" spc="-627"/>
            </a:lvl1pPr>
          </a:lstStyle>
          <a:p>
            <a:r>
              <a:rPr lang="ru-RU" sz="7200" dirty="0" smtClean="0"/>
              <a:t>База                               данных</a:t>
            </a:r>
            <a:endParaRPr sz="7200" dirty="0"/>
          </a:p>
        </p:txBody>
      </p:sp>
    </p:spTree>
    <p:extLst>
      <p:ext uri="{BB962C8B-B14F-4D97-AF65-F5344CB8AC3E}">
        <p14:creationId xmlns:p14="http://schemas.microsoft.com/office/powerpoint/2010/main" val="118549070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7" y="0"/>
            <a:ext cx="23742316" cy="13716000"/>
          </a:xfrm>
          <a:prstGeom prst="rect">
            <a:avLst/>
          </a:prstGeom>
        </p:spPr>
      </p:pic>
      <p:sp>
        <p:nvSpPr>
          <p:cNvPr id="3" name="Используемые технологии?"/>
          <p:cNvSpPr txBox="1">
            <a:spLocks noGrp="1"/>
          </p:cNvSpPr>
          <p:nvPr>
            <p:ph type="title"/>
          </p:nvPr>
        </p:nvSpPr>
        <p:spPr>
          <a:xfrm>
            <a:off x="13388140" y="495193"/>
            <a:ext cx="9471862" cy="4000501"/>
          </a:xfrm>
          <a:prstGeom prst="rect">
            <a:avLst/>
          </a:prstGeom>
        </p:spPr>
        <p:txBody>
          <a:bodyPr/>
          <a:lstStyle>
            <a:lvl1pPr defTabSz="1102816">
              <a:defRPr sz="12540" spc="-627"/>
            </a:lvl1pPr>
          </a:lstStyle>
          <a:p>
            <a:r>
              <a:rPr lang="ru-RU" dirty="0" smtClean="0"/>
              <a:t>Как оно работает</a:t>
            </a:r>
            <a:r>
              <a:rPr lang="en-US" dirty="0" smtClean="0"/>
              <a:t>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709584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/>
          <p:cNvSpPr>
            <a:spLocks noGrp="1"/>
          </p:cNvSpPr>
          <p:nvPr>
            <p:ph type="pic" idx="21"/>
          </p:nvPr>
        </p:nvSpPr>
        <p:spPr/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040785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/>
          <p:cNvSpPr>
            <a:spLocks noGrp="1"/>
          </p:cNvSpPr>
          <p:nvPr>
            <p:ph type="pic" idx="21"/>
          </p:nvPr>
        </p:nvSpPr>
        <p:spPr/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445561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646489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Спасибо за внимание!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Спасибо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внимание</a:t>
            </a:r>
            <a:r>
              <a:rPr dirty="0"/>
              <a:t>!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7_Showcase">
  <a:themeElements>
    <a:clrScheme name="27_Showcas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599DFF"/>
      </a:accent1>
      <a:accent2>
        <a:srgbClr val="00D4D2"/>
      </a:accent2>
      <a:accent3>
        <a:srgbClr val="38E53A"/>
      </a:accent3>
      <a:accent4>
        <a:srgbClr val="FFFA00"/>
      </a:accent4>
      <a:accent5>
        <a:srgbClr val="FF7D74"/>
      </a:accent5>
      <a:accent6>
        <a:srgbClr val="FF80E9"/>
      </a:accent6>
      <a:hlink>
        <a:srgbClr val="0000FF"/>
      </a:hlink>
      <a:folHlink>
        <a:srgbClr val="FF00FF"/>
      </a:folHlink>
    </a:clrScheme>
    <a:fontScheme name="27_Showcase">
      <a:majorFont>
        <a:latin typeface="Avenir Next Regular"/>
        <a:ea typeface="Avenir Next Regular"/>
        <a:cs typeface="Avenir Next Regular"/>
      </a:majorFont>
      <a:minorFont>
        <a:latin typeface="Avenir Next Regular"/>
        <a:ea typeface="Avenir Next Regular"/>
        <a:cs typeface="Avenir Next Regular"/>
      </a:minorFont>
    </a:fontScheme>
    <a:fmtScheme name="27_Showca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-36" normalizeH="0" baseline="0">
            <a:ln>
              <a:noFill/>
            </a:ln>
            <a:solidFill>
              <a:srgbClr val="FFFFFF"/>
            </a:solidFill>
            <a:effectLst/>
            <a:uFillTx/>
            <a:latin typeface="Avenir Next Demi Bold"/>
            <a:ea typeface="Avenir Next Demi Bold"/>
            <a:cs typeface="Avenir Next Demi Bold"/>
            <a:sym typeface="Avenir Next Demi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889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3300"/>
          </a:spcBef>
          <a:spcAft>
            <a:spcPts val="0"/>
          </a:spcAft>
          <a:buClrTx/>
          <a:buSzTx/>
          <a:buFontTx/>
          <a:buNone/>
          <a:tabLst/>
          <a:defRPr kumimoji="0" sz="3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Demi Bold"/>
            <a:ea typeface="Avenir Next Demi Bold"/>
            <a:cs typeface="Avenir Next Demi Bold"/>
            <a:sym typeface="Avenir Next Demi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7_Showcase">
  <a:themeElements>
    <a:clrScheme name="27_Showcas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599DFF"/>
      </a:accent1>
      <a:accent2>
        <a:srgbClr val="00D4D2"/>
      </a:accent2>
      <a:accent3>
        <a:srgbClr val="38E53A"/>
      </a:accent3>
      <a:accent4>
        <a:srgbClr val="FFFA00"/>
      </a:accent4>
      <a:accent5>
        <a:srgbClr val="FF7D74"/>
      </a:accent5>
      <a:accent6>
        <a:srgbClr val="FF80E9"/>
      </a:accent6>
      <a:hlink>
        <a:srgbClr val="0000FF"/>
      </a:hlink>
      <a:folHlink>
        <a:srgbClr val="FF00FF"/>
      </a:folHlink>
    </a:clrScheme>
    <a:fontScheme name="27_Showcase">
      <a:majorFont>
        <a:latin typeface="Avenir Next Regular"/>
        <a:ea typeface="Avenir Next Regular"/>
        <a:cs typeface="Avenir Next Regular"/>
      </a:majorFont>
      <a:minorFont>
        <a:latin typeface="Avenir Next Regular"/>
        <a:ea typeface="Avenir Next Regular"/>
        <a:cs typeface="Avenir Next Regular"/>
      </a:minorFont>
    </a:fontScheme>
    <a:fmtScheme name="27_Showca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-36" normalizeH="0" baseline="0">
            <a:ln>
              <a:noFill/>
            </a:ln>
            <a:solidFill>
              <a:srgbClr val="FFFFFF"/>
            </a:solidFill>
            <a:effectLst/>
            <a:uFillTx/>
            <a:latin typeface="Avenir Next Demi Bold"/>
            <a:ea typeface="Avenir Next Demi Bold"/>
            <a:cs typeface="Avenir Next Demi Bold"/>
            <a:sym typeface="Avenir Next Demi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889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3300"/>
          </a:spcBef>
          <a:spcAft>
            <a:spcPts val="0"/>
          </a:spcAft>
          <a:buClrTx/>
          <a:buSzTx/>
          <a:buFontTx/>
          <a:buNone/>
          <a:tabLst/>
          <a:defRPr kumimoji="0" sz="3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Demi Bold"/>
            <a:ea typeface="Avenir Next Demi Bold"/>
            <a:cs typeface="Avenir Next Demi Bold"/>
            <a:sym typeface="Avenir Next Demi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94</Words>
  <Application>Microsoft Office PowerPoint</Application>
  <PresentationFormat>Произвольный</PresentationFormat>
  <Paragraphs>11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Avenir Next Demi Bold</vt:lpstr>
      <vt:lpstr>Avenir Next Medium</vt:lpstr>
      <vt:lpstr>Avenir Next Regular</vt:lpstr>
      <vt:lpstr>Helvetica</vt:lpstr>
      <vt:lpstr>Helvetica Neue</vt:lpstr>
      <vt:lpstr>27_Showcase</vt:lpstr>
      <vt:lpstr>Презентация PowerPoint</vt:lpstr>
      <vt:lpstr>Проблема?</vt:lpstr>
      <vt:lpstr>Какова идея?</vt:lpstr>
      <vt:lpstr>Используемые технологии?</vt:lpstr>
      <vt:lpstr>База                               данных</vt:lpstr>
      <vt:lpstr>Как оно работает?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Академик</cp:lastModifiedBy>
  <cp:revision>10</cp:revision>
  <dcterms:modified xsi:type="dcterms:W3CDTF">2026-06-09T11:02:37Z</dcterms:modified>
</cp:coreProperties>
</file>